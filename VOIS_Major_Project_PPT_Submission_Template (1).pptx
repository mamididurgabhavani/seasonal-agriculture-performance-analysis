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35758FB7-9AC5-4552-8A53-C91805E547FA}">
  <a:tblStyle styleId="{35758FB7-9AC5-4552-8A53-C91805E547FA}" styleName="Themed Style 1 - Accent 5">
    <a:wholeTbl>
      <a:tcTxStyle>
        <a:fontRef idx="minor">
          <a:prstClr val="black"/>
        </a:fontRef>
        <a:schemeClr val="dk1"/>
      </a:tcTxStyle>
      <a:tcStyle>
        <a:tcBdr>
          <a:left>
            <a:ln>
              <a:noFill/>
            </a:ln>
          </a:left>
          <a:right>
            <a:ln>
              <a:noFill/>
            </a:ln>
          </a:right>
          <a:top>
            <a:ln w="12700">
              <a:solidFill>
                <a:schemeClr val="accent5"/>
              </a:solidFill>
            </a:ln>
          </a:top>
          <a:bottom>
            <a:ln>
              <a:noFill/>
            </a:ln>
          </a:bottom>
          <a:insideH>
            <a:ln w="12700">
              <a:solidFill>
                <a:schemeClr val="accent5"/>
              </a:solidFill>
            </a:ln>
          </a:insideH>
          <a:insideV>
            <a:ln w="12700">
              <a:solidFill>
                <a:schemeClr val="accent5"/>
              </a:solidFill>
            </a:ln>
          </a:insideV>
        </a:tcBdr>
        <a:fill>
          <a:solidFill>
            <a:schemeClr val="accent5">
              <a:tint val="60000"/>
            </a:schemeClr>
          </a:solidFill>
        </a:fill>
      </a:tcStyle>
    </a:wholeTbl>
    <a:band1H>
      <a:tcStyle>
        <a:tcBdr/>
        <a:fill>
          <a:solidFill>
            <a:schemeClr val="accent5">
              <a:tint val="80000"/>
            </a:schemeClr>
          </a:solidFill>
        </a:fill>
      </a:tcStyle>
    </a:band1H>
    <a:band2H>
      <a:tcStyle>
        <a:tcBdr/>
      </a:tcStyle>
    </a:band2H>
    <a:band1V>
      <a:tcStyle>
        <a:tcBdr/>
        <a:fill>
          <a:solidFill>
            <a:schemeClr val="accent5">
              <a:tint val="80000"/>
            </a:schemeClr>
          </a:solidFill>
        </a:fill>
      </a:tcStyle>
    </a:band1V>
    <a:band2V>
      <a:tcStyle>
        <a:tcBdr/>
      </a:tcStyle>
    </a:band2V>
    <a:lastCol>
      <a:tcTxStyle b="on">
        <a:fontRef idx="minor">
          <a:prstClr val="black"/>
        </a:fontRef>
        <a:schemeClr val="dk1"/>
      </a:tcTxStyle>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left>
            <a:ln>
              <a:noFill/>
            </a:ln>
          </a:left>
          <a:right>
            <a:ln>
              <a:noFill/>
            </a:ln>
          </a:right>
        </a:tcBdr>
      </a:tcStyle>
    </a:lastRow>
    <a:seCell>
      <a:tcStyle>
        <a:tcBdr/>
      </a:tcStyle>
    </a:seCell>
    <a:swCell>
      <a:tcStyle>
        <a:tcBdr/>
      </a:tcStyle>
    </a:swCell>
    <a:firstRow>
      <a:tcTxStyle b="on">
        <a:fontRef idx="minor">
          <a:prstClr val="black"/>
        </a:fontRef>
        <a:schemeClr val="lt1"/>
      </a:tcTxStyle>
      <a:tcStyle>
        <a:tcBdr>
          <a:bottom>
            <a:ln w="12700">
              <a:solidFill>
                <a:schemeClr val="lt1"/>
              </a:solidFill>
            </a:ln>
          </a:bottom>
        </a:tcBdr>
        <a:fill>
          <a:solidFill>
            <a:schemeClr val="accent5"/>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82" d="100"/>
          <a:sy n="82" d="100"/>
        </p:scale>
        <p:origin x="624" y="72"/>
      </p:cViewPr>
      <p:guideLst>
        <p:guide pos="1968" orient="horz"/>
        <p:guide pos="408"/>
        <p:guide pos="3912" orient="horz"/>
        <p:guide pos="7272"/>
        <p:guide pos="1656"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069782881"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1392271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2D9EC30E-1A71-4188-9BE7-E2A64929A436}" type="datetimeFigureOut">
              <a:rPr lang="en-US"/>
              <a:t>9/2/2026</a:t>
            </a:fld>
            <a:endParaRPr lang="en-US"/>
          </a:p>
        </p:txBody>
      </p:sp>
      <p:sp>
        <p:nvSpPr>
          <p:cNvPr id="23317570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66002581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183737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94960344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530193B-564F-4854-8A52-728F3FB19C85}"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A558C0-63FD-7621-DA68-F37E9F50C917}"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0D2093-EFE2-0D87-20C3-E6F9E684EF6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ADC621-29F9-4CC7-B213-780428EC966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D80357E-3C3F-71D8-66DA-A5D1D46E81F4}"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0344076" name="Slide Image Placeholder 1"/>
          <p:cNvSpPr>
            <a:spLocks noChangeAspect="1" noGrp="1" noRot="1"/>
          </p:cNvSpPr>
          <p:nvPr>
            <p:ph type="sldImg"/>
          </p:nvPr>
        </p:nvSpPr>
        <p:spPr bwMode="auto"/>
      </p:sp>
      <p:sp>
        <p:nvSpPr>
          <p:cNvPr id="1073954779" name="Notes Placeholder 2"/>
          <p:cNvSpPr>
            <a:spLocks noGrp="1"/>
          </p:cNvSpPr>
          <p:nvPr>
            <p:ph type="body" idx="1"/>
          </p:nvPr>
        </p:nvSpPr>
        <p:spPr bwMode="auto"/>
        <p:txBody>
          <a:bodyPr/>
          <a:lstStyle/>
          <a:p>
            <a:pPr>
              <a:defRPr/>
            </a:pPr>
            <a:endParaRPr lang="en-US"/>
          </a:p>
        </p:txBody>
      </p:sp>
      <p:sp>
        <p:nvSpPr>
          <p:cNvPr id="1111474266" name="Slide Number Placeholder 3"/>
          <p:cNvSpPr>
            <a:spLocks noGrp="1"/>
          </p:cNvSpPr>
          <p:nvPr>
            <p:ph type="sldNum" sz="quarter" idx="5"/>
          </p:nvPr>
        </p:nvSpPr>
        <p:spPr bwMode="auto"/>
        <p:txBody>
          <a:bodyPr/>
          <a:lstStyle/>
          <a:p>
            <a:pPr>
              <a:defRPr/>
            </a:pPr>
            <a:fld id="{8530193B-564F-4854-8A52-728F3FB19C85}"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BC1B764-0B86-E23C-4981-0A970843161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7368A6-EBF5-AD92-754C-8EE9A74D6431}"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0FE13A-CA07-FBE7-9680-33B4CAE73F15}"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A0FCA7F-F9C9-328B-3204-B514018D954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12DCB0E-8CD7-1A7C-D829-F122C7AC813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A2C86C-2E06-4707-5FEA-3C7DA9EF9393}"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91C2D7-F511-0E8D-8990-5EA8BD97BC69}"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DBD82B-FD1D-486F-ED00-3B259CA0CE42}"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E24D861-B10B-B5C4-8AE5-B37059D98568}"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title" userDrawn="1">
  <p:cSld name="Title Slide">
    <p:spTree>
      <p:nvGrpSpPr>
        <p:cNvPr id="1" name=""/>
        <p:cNvGrpSpPr/>
        <p:nvPr/>
      </p:nvGrpSpPr>
      <p:grpSpPr bwMode="auto">
        <a:xfrm>
          <a:off x="0" y="0"/>
          <a:ext cx="0" cy="0"/>
          <a:chOff x="0" y="0"/>
          <a:chExt cx="0" cy="0"/>
        </a:xfrm>
      </p:grpSpPr>
      <p:grpSp>
        <p:nvGrpSpPr>
          <p:cNvPr id="1877743425" name="Group 15"/>
          <p:cNvGrpSpPr/>
          <p:nvPr/>
        </p:nvGrpSpPr>
        <p:grpSpPr bwMode="auto">
          <a:xfrm>
            <a:off x="0" y="-8467"/>
            <a:ext cx="12192000" cy="6866466"/>
            <a:chOff x="0" y="-8467"/>
            <a:chExt cx="12192000" cy="6866466"/>
          </a:xfrm>
        </p:grpSpPr>
        <p:sp>
          <p:nvSpPr>
            <p:cNvPr id="15" name="Freeform 14"/>
            <p:cNvSpPr/>
            <p:nvPr/>
          </p:nvSpPr>
          <p:spPr bwMode="auto">
            <a:xfrm>
              <a:off x="0" y="-7862"/>
              <a:ext cx="863599" cy="5698067"/>
            </a:xfrm>
            <a:custGeom>
              <a:avLst/>
              <a:gdLst/>
              <a:ahLst/>
              <a:cxnLst/>
              <a:rect l="l" t="t" r="r" b="b"/>
              <a:pathLst>
                <a:path w="863600" h="5698067" fill="norm" stroke="1" extrusionOk="0">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bwMode="auto">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bwMode="auto">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bwMode="auto">
            <a:xfrm>
              <a:off x="9181476" y="-8467"/>
              <a:ext cx="3007349" cy="6866466"/>
            </a:xfrm>
            <a:custGeom>
              <a:avLst/>
              <a:gdLst/>
              <a:ahLst/>
              <a:cxnLst/>
              <a:rect l="l" t="t" r="r" b="b"/>
              <a:pathLst>
                <a:path w="3007349" h="6866467" fill="norm" stroke="1" extrusionOk="0">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bwMode="auto">
            <a:xfrm>
              <a:off x="9603442" y="-8467"/>
              <a:ext cx="2588558" cy="6866466"/>
            </a:xfrm>
            <a:custGeom>
              <a:avLst/>
              <a:gdLst/>
              <a:ahLst/>
              <a:cxnLst/>
              <a:rect l="l" t="t" r="r" b="b"/>
              <a:pathLst>
                <a:path w="2573311" h="6866467" fill="norm" stroke="1"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bwMode="auto">
            <a:xfrm>
              <a:off x="8932333" y="3048000"/>
              <a:ext cx="3259666"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bwMode="auto">
            <a:xfrm>
              <a:off x="9334500" y="-8467"/>
              <a:ext cx="2854326" cy="6866466"/>
            </a:xfrm>
            <a:custGeom>
              <a:avLst/>
              <a:gdLst/>
              <a:ahLst/>
              <a:cxnLst/>
              <a:rect l="l" t="t" r="r" b="b"/>
              <a:pathLst>
                <a:path w="2858013" h="6866467" fill="norm" stroke="1" extrusionOk="0">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bwMode="auto">
            <a:xfrm>
              <a:off x="10898730" y="-8467"/>
              <a:ext cx="1290094" cy="6866466"/>
            </a:xfrm>
            <a:custGeom>
              <a:avLst/>
              <a:gdLst/>
              <a:ahLst/>
              <a:cxnLst/>
              <a:rect l="l" t="t" r="r" b="b"/>
              <a:pathLst>
                <a:path w="1290094" h="6858000" fill="norm" stroke="1" extrusionOk="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bwMode="auto">
            <a:xfrm>
              <a:off x="10938999" y="-8467"/>
              <a:ext cx="1249825" cy="6866466"/>
            </a:xfrm>
            <a:custGeom>
              <a:avLst/>
              <a:gdLst/>
              <a:ahLst/>
              <a:cxnLst/>
              <a:rect l="l" t="t" r="r" b="b"/>
              <a:pathLst>
                <a:path w="1249825" h="6858000" fill="norm" stroke="1" extrusionOk="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bwMode="auto">
            <a:xfrm>
              <a:off x="10371666" y="3589867"/>
              <a:ext cx="1817158"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70251038" name="Title 1"/>
          <p:cNvSpPr>
            <a:spLocks noGrp="1"/>
          </p:cNvSpPr>
          <p:nvPr>
            <p:ph type="ctrTitle"/>
          </p:nvPr>
        </p:nvSpPr>
        <p:spPr bwMode="auto">
          <a:xfrm>
            <a:off x="1507067" y="2404534"/>
            <a:ext cx="7766936" cy="1646302"/>
          </a:xfrm>
        </p:spPr>
        <p:txBody>
          <a:bodyPr anchor="b">
            <a:noAutofit/>
          </a:bodyPr>
          <a:lstStyle>
            <a:lvl1pPr algn="r">
              <a:defRPr sz="5400">
                <a:solidFill>
                  <a:schemeClr val="accent1"/>
                </a:solidFill>
              </a:defRPr>
            </a:lvl1pPr>
          </a:lstStyle>
          <a:p>
            <a:pPr>
              <a:defRPr/>
            </a:pPr>
            <a:r>
              <a:rPr lang="en-US"/>
              <a:t>Click to edit Master title style</a:t>
            </a:r>
            <a:endParaRPr lang="en-US"/>
          </a:p>
        </p:txBody>
      </p:sp>
      <p:sp>
        <p:nvSpPr>
          <p:cNvPr id="1683650383" name="Subtitle 2"/>
          <p:cNvSpPr>
            <a:spLocks noGrp="1"/>
          </p:cNvSpPr>
          <p:nvPr>
            <p:ph type="subTitle" idx="1"/>
          </p:nvPr>
        </p:nvSpPr>
        <p:spPr bwMode="auto">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011183539"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807168389" name="Footer Placeholder 4"/>
          <p:cNvSpPr>
            <a:spLocks noGrp="1"/>
          </p:cNvSpPr>
          <p:nvPr>
            <p:ph type="ftr" sz="quarter" idx="11"/>
          </p:nvPr>
        </p:nvSpPr>
        <p:spPr bwMode="auto"/>
        <p:txBody>
          <a:bodyPr/>
          <a:lstStyle/>
          <a:p>
            <a:pPr>
              <a:defRPr/>
            </a:pPr>
            <a:endParaRPr lang="en-US"/>
          </a:p>
        </p:txBody>
      </p:sp>
      <p:sp>
        <p:nvSpPr>
          <p:cNvPr id="1169268303"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2047266174" name="Title 1"/>
          <p:cNvSpPr>
            <a:spLocks noGrp="1"/>
          </p:cNvSpPr>
          <p:nvPr>
            <p:ph type="title"/>
          </p:nvPr>
        </p:nvSpPr>
        <p:spPr bwMode="auto"/>
        <p:txBody>
          <a:bodyPr/>
          <a:lstStyle/>
          <a:p>
            <a:pPr>
              <a:defRPr/>
            </a:pPr>
            <a:r>
              <a:rPr lang="en-US"/>
              <a:t>Click to edit Master title style</a:t>
            </a:r>
            <a:endParaRPr lang="en-US"/>
          </a:p>
        </p:txBody>
      </p:sp>
      <p:sp>
        <p:nvSpPr>
          <p:cNvPr id="29926736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71971563"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466031095" name="Footer Placeholder 4"/>
          <p:cNvSpPr>
            <a:spLocks noGrp="1"/>
          </p:cNvSpPr>
          <p:nvPr>
            <p:ph type="ftr" sz="quarter" idx="11"/>
          </p:nvPr>
        </p:nvSpPr>
        <p:spPr bwMode="auto"/>
        <p:txBody>
          <a:bodyPr/>
          <a:lstStyle/>
          <a:p>
            <a:pPr>
              <a:defRPr/>
            </a:pPr>
            <a:endParaRPr lang="en-US"/>
          </a:p>
        </p:txBody>
      </p:sp>
      <p:sp>
        <p:nvSpPr>
          <p:cNvPr id="471368092"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459239916" name="Title 1"/>
          <p:cNvSpPr>
            <a:spLocks noGrp="1"/>
          </p:cNvSpPr>
          <p:nvPr>
            <p:ph type="title"/>
          </p:nvPr>
        </p:nvSpPr>
        <p:spPr bwMode="auto">
          <a:xfrm>
            <a:off x="677335" y="2700867"/>
            <a:ext cx="8596668" cy="1826581"/>
          </a:xfrm>
        </p:spPr>
        <p:txBody>
          <a:bodyPr anchor="b"/>
          <a:lstStyle>
            <a:lvl1pPr algn="l">
              <a:defRPr sz="4000" b="0" cap="none"/>
            </a:lvl1pPr>
          </a:lstStyle>
          <a:p>
            <a:pPr>
              <a:defRPr/>
            </a:pPr>
            <a:r>
              <a:rPr lang="en-US"/>
              <a:t>Click to edit Master title style</a:t>
            </a:r>
            <a:endParaRPr lang="en-US"/>
          </a:p>
        </p:txBody>
      </p:sp>
      <p:sp>
        <p:nvSpPr>
          <p:cNvPr id="1811758846" name="Text Placeholder 2"/>
          <p:cNvSpPr>
            <a:spLocks noGrp="1"/>
          </p:cNvSpPr>
          <p:nvPr>
            <p:ph type="body" idx="1"/>
          </p:nvPr>
        </p:nvSpPr>
        <p:spPr bwMode="auto">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077266496"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286878298" name="Footer Placeholder 4"/>
          <p:cNvSpPr>
            <a:spLocks noGrp="1"/>
          </p:cNvSpPr>
          <p:nvPr>
            <p:ph type="ftr" sz="quarter" idx="11"/>
          </p:nvPr>
        </p:nvSpPr>
        <p:spPr bwMode="auto"/>
        <p:txBody>
          <a:bodyPr/>
          <a:lstStyle/>
          <a:p>
            <a:pPr>
              <a:defRPr/>
            </a:pPr>
            <a:endParaRPr lang="en-US"/>
          </a:p>
        </p:txBody>
      </p:sp>
      <p:sp>
        <p:nvSpPr>
          <p:cNvPr id="1040181534"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37059412" name="Title 1"/>
          <p:cNvSpPr>
            <a:spLocks noGrp="1"/>
          </p:cNvSpPr>
          <p:nvPr>
            <p:ph type="title"/>
          </p:nvPr>
        </p:nvSpPr>
        <p:spPr bwMode="auto"/>
        <p:txBody>
          <a:bodyPr/>
          <a:lstStyle/>
          <a:p>
            <a:pPr>
              <a:defRPr/>
            </a:pPr>
            <a:r>
              <a:rPr lang="en-US"/>
              <a:t>Click to edit Master title style</a:t>
            </a:r>
            <a:endParaRPr lang="en-US"/>
          </a:p>
        </p:txBody>
      </p:sp>
      <p:sp>
        <p:nvSpPr>
          <p:cNvPr id="215840962" name="Content Placeholder 2"/>
          <p:cNvSpPr>
            <a:spLocks noGrp="1"/>
          </p:cNvSpPr>
          <p:nvPr>
            <p:ph sz="half" idx="1"/>
          </p:nvPr>
        </p:nvSpPr>
        <p:spPr bwMode="auto">
          <a:xfrm>
            <a:off x="677334" y="2160589"/>
            <a:ext cx="4184035" cy="3880772"/>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26927909" name="Content Placeholder 3"/>
          <p:cNvSpPr>
            <a:spLocks noGrp="1"/>
          </p:cNvSpPr>
          <p:nvPr>
            <p:ph sz="half" idx="2"/>
          </p:nvPr>
        </p:nvSpPr>
        <p:spPr bwMode="auto">
          <a:xfrm>
            <a:off x="5089970" y="2160589"/>
            <a:ext cx="4184034" cy="3880773"/>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84208004" name="Date Placeholder 4"/>
          <p:cNvSpPr>
            <a:spLocks noGrp="1"/>
          </p:cNvSpPr>
          <p:nvPr>
            <p:ph type="dt" sz="half" idx="10"/>
          </p:nvPr>
        </p:nvSpPr>
        <p:spPr bwMode="auto"/>
        <p:txBody>
          <a:bodyPr/>
          <a:lstStyle/>
          <a:p>
            <a:pPr>
              <a:defRPr/>
            </a:pPr>
            <a:fld id="{EB712588-04B1-427B-82EE-E8DB90309F08}" type="datetimeFigureOut">
              <a:rPr lang="en-US"/>
              <a:t>9/2/2026</a:t>
            </a:fld>
            <a:endParaRPr lang="en-US"/>
          </a:p>
        </p:txBody>
      </p:sp>
      <p:sp>
        <p:nvSpPr>
          <p:cNvPr id="2010948526" name="Footer Placeholder 5"/>
          <p:cNvSpPr>
            <a:spLocks noGrp="1"/>
          </p:cNvSpPr>
          <p:nvPr>
            <p:ph type="ftr" sz="quarter" idx="11"/>
          </p:nvPr>
        </p:nvSpPr>
        <p:spPr bwMode="auto"/>
        <p:txBody>
          <a:bodyPr/>
          <a:lstStyle/>
          <a:p>
            <a:pPr>
              <a:defRPr/>
            </a:pPr>
            <a:endParaRPr lang="en-US"/>
          </a:p>
        </p:txBody>
      </p:sp>
      <p:sp>
        <p:nvSpPr>
          <p:cNvPr id="1373559436" name="Slide Number Placeholder 6"/>
          <p:cNvSpPr>
            <a:spLocks noGrp="1"/>
          </p:cNvSpPr>
          <p:nvPr>
            <p:ph type="sldNum" sz="quarter" idx="12"/>
          </p:nvPr>
        </p:nvSpPr>
        <p:spPr bwMode="auto"/>
        <p:txBody>
          <a:bodyPr/>
          <a:lstStyle/>
          <a:p>
            <a:pPr>
              <a:defRPr/>
            </a:pPr>
            <a:fld id="{6FF9F0C5-380F-41C2-899A-BAC0F0927E16}" type="slidenum">
              <a:rPr lang="en-US"/>
              <a:t>‹#›</a:t>
            </a:fld>
            <a:endParaRPr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2111267699"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592400379" name="Text Placeholder 2"/>
          <p:cNvSpPr>
            <a:spLocks noGrp="1"/>
          </p:cNvSpPr>
          <p:nvPr>
            <p:ph type="body" idx="1"/>
          </p:nvPr>
        </p:nvSpPr>
        <p:spPr bwMode="auto">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67126222" name="Content Placeholder 3"/>
          <p:cNvSpPr>
            <a:spLocks noGrp="1"/>
          </p:cNvSpPr>
          <p:nvPr>
            <p:ph sz="half" idx="2"/>
          </p:nvPr>
        </p:nvSpPr>
        <p:spPr bwMode="auto">
          <a:xfrm>
            <a:off x="675745" y="2737245"/>
            <a:ext cx="4185623" cy="330411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6884841" name="Text Placeholder 4"/>
          <p:cNvSpPr>
            <a:spLocks noGrp="1"/>
          </p:cNvSpPr>
          <p:nvPr>
            <p:ph type="body" sz="quarter" idx="3"/>
          </p:nvPr>
        </p:nvSpPr>
        <p:spPr bwMode="auto">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64960783" name="Content Placeholder 5"/>
          <p:cNvSpPr>
            <a:spLocks noGrp="1"/>
          </p:cNvSpPr>
          <p:nvPr>
            <p:ph sz="quarter" idx="4"/>
          </p:nvPr>
        </p:nvSpPr>
        <p:spPr bwMode="auto">
          <a:xfrm>
            <a:off x="5088384" y="2737245"/>
            <a:ext cx="4185617" cy="330411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48635055" name="Date Placeholder 6"/>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687455377" name="Footer Placeholder 7"/>
          <p:cNvSpPr>
            <a:spLocks noGrp="1"/>
          </p:cNvSpPr>
          <p:nvPr>
            <p:ph type="ftr" sz="quarter" idx="11"/>
          </p:nvPr>
        </p:nvSpPr>
        <p:spPr bwMode="auto"/>
        <p:txBody>
          <a:bodyPr/>
          <a:lstStyle/>
          <a:p>
            <a:pPr>
              <a:defRPr/>
            </a:pPr>
            <a:endParaRPr lang="en-US"/>
          </a:p>
        </p:txBody>
      </p:sp>
      <p:sp>
        <p:nvSpPr>
          <p:cNvPr id="313690105" name="Slide Number Placeholder 8"/>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636418680" name="Title 1"/>
          <p:cNvSpPr>
            <a:spLocks noGrp="1"/>
          </p:cNvSpPr>
          <p:nvPr>
            <p:ph type="title"/>
          </p:nvPr>
        </p:nvSpPr>
        <p:spPr bwMode="auto">
          <a:xfrm>
            <a:off x="677334" y="609600"/>
            <a:ext cx="8596668" cy="1320800"/>
          </a:xfrm>
        </p:spPr>
        <p:txBody>
          <a:bodyPr/>
          <a:lstStyle/>
          <a:p>
            <a:pPr>
              <a:defRPr/>
            </a:pPr>
            <a:r>
              <a:rPr lang="en-US"/>
              <a:t>Click to edit Master title style</a:t>
            </a:r>
            <a:endParaRPr lang="en-US"/>
          </a:p>
        </p:txBody>
      </p:sp>
      <p:sp>
        <p:nvSpPr>
          <p:cNvPr id="1868431934" name="Date Placeholder 2"/>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182865959" name="Footer Placeholder 3"/>
          <p:cNvSpPr>
            <a:spLocks noGrp="1"/>
          </p:cNvSpPr>
          <p:nvPr>
            <p:ph type="ftr" sz="quarter" idx="11"/>
          </p:nvPr>
        </p:nvSpPr>
        <p:spPr bwMode="auto"/>
        <p:txBody>
          <a:bodyPr/>
          <a:lstStyle/>
          <a:p>
            <a:pPr>
              <a:defRPr/>
            </a:pPr>
            <a:endParaRPr lang="en-US"/>
          </a:p>
        </p:txBody>
      </p:sp>
      <p:sp>
        <p:nvSpPr>
          <p:cNvPr id="2069916173" name="Slide Number Placeholder 4"/>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01244204" name="Date Placeholder 1"/>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500356669" name="Footer Placeholder 2"/>
          <p:cNvSpPr>
            <a:spLocks noGrp="1"/>
          </p:cNvSpPr>
          <p:nvPr>
            <p:ph type="ftr" sz="quarter" idx="11"/>
          </p:nvPr>
        </p:nvSpPr>
        <p:spPr bwMode="auto"/>
        <p:txBody>
          <a:bodyPr/>
          <a:lstStyle/>
          <a:p>
            <a:pPr>
              <a:defRPr/>
            </a:pPr>
            <a:endParaRPr lang="en-US"/>
          </a:p>
        </p:txBody>
      </p:sp>
      <p:sp>
        <p:nvSpPr>
          <p:cNvPr id="1272030258" name="Slide Number Placeholder 3"/>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835764294" name="Title 1"/>
          <p:cNvSpPr>
            <a:spLocks noGrp="1"/>
          </p:cNvSpPr>
          <p:nvPr>
            <p:ph type="title"/>
          </p:nvPr>
        </p:nvSpPr>
        <p:spPr bwMode="auto">
          <a:xfrm>
            <a:off x="677334" y="1498604"/>
            <a:ext cx="3854528" cy="1278466"/>
          </a:xfrm>
        </p:spPr>
        <p:txBody>
          <a:bodyPr anchor="b">
            <a:normAutofit/>
          </a:bodyPr>
          <a:lstStyle>
            <a:lvl1pPr>
              <a:defRPr sz="2000"/>
            </a:lvl1pPr>
          </a:lstStyle>
          <a:p>
            <a:pPr>
              <a:defRPr/>
            </a:pPr>
            <a:r>
              <a:rPr lang="en-US"/>
              <a:t>Click to edit Master title style</a:t>
            </a:r>
            <a:endParaRPr lang="en-US"/>
          </a:p>
        </p:txBody>
      </p:sp>
      <p:sp>
        <p:nvSpPr>
          <p:cNvPr id="594221528" name="Content Placeholder 2"/>
          <p:cNvSpPr>
            <a:spLocks noGrp="1"/>
          </p:cNvSpPr>
          <p:nvPr>
            <p:ph idx="1"/>
          </p:nvPr>
        </p:nvSpPr>
        <p:spPr bwMode="auto">
          <a:xfrm>
            <a:off x="4760461" y="514924"/>
            <a:ext cx="4513541" cy="5526437"/>
          </a:xfrm>
        </p:spPr>
        <p:txBody>
          <a:bodyPr>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70956" name="Text Placeholder 3"/>
          <p:cNvSpPr>
            <a:spLocks noGrp="1"/>
          </p:cNvSpPr>
          <p:nvPr>
            <p:ph type="body" sz="half" idx="2"/>
          </p:nvPr>
        </p:nvSpPr>
        <p:spPr bwMode="auto">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defRPr/>
            </a:pPr>
            <a:r>
              <a:rPr lang="en-US"/>
              <a:t>Click to edit Master text styles</a:t>
            </a:r>
            <a:endParaRPr/>
          </a:p>
        </p:txBody>
      </p:sp>
      <p:sp>
        <p:nvSpPr>
          <p:cNvPr id="1942965340" name="Date Placeholder 4"/>
          <p:cNvSpPr>
            <a:spLocks noGrp="1"/>
          </p:cNvSpPr>
          <p:nvPr>
            <p:ph type="dt" sz="half" idx="10"/>
          </p:nvPr>
        </p:nvSpPr>
        <p:spPr bwMode="auto"/>
        <p:txBody>
          <a:bodyPr/>
          <a:lstStyle/>
          <a:p>
            <a:pPr>
              <a:defRPr/>
            </a:pPr>
            <a:fld id="{42A54C80-263E-416B-A8E0-580EDEADCBDC}" type="datetimeFigureOut">
              <a:rPr lang="en-US"/>
              <a:t>9/2/2026</a:t>
            </a:fld>
            <a:endParaRPr lang="en-US"/>
          </a:p>
        </p:txBody>
      </p:sp>
      <p:sp>
        <p:nvSpPr>
          <p:cNvPr id="91772999" name="Footer Placeholder 5"/>
          <p:cNvSpPr>
            <a:spLocks noGrp="1"/>
          </p:cNvSpPr>
          <p:nvPr>
            <p:ph type="ftr" sz="quarter" idx="11"/>
          </p:nvPr>
        </p:nvSpPr>
        <p:spPr bwMode="auto"/>
        <p:txBody>
          <a:bodyPr/>
          <a:lstStyle/>
          <a:p>
            <a:pPr>
              <a:defRPr/>
            </a:pPr>
            <a:endParaRPr lang="en-US"/>
          </a:p>
        </p:txBody>
      </p:sp>
      <p:sp>
        <p:nvSpPr>
          <p:cNvPr id="742287941" name="Slide Number Placeholder 6"/>
          <p:cNvSpPr>
            <a:spLocks noGrp="1"/>
          </p:cNvSpPr>
          <p:nvPr>
            <p:ph type="sldNum" sz="quarter" idx="12"/>
          </p:nvPr>
        </p:nvSpPr>
        <p:spPr bwMode="auto"/>
        <p:txBody>
          <a:bodyPr/>
          <a:lstStyle/>
          <a:p>
            <a:pPr>
              <a:defRPr/>
            </a:pPr>
            <a:fld id="{519954A3-9DFD-4C44-94BA-B95130A3BA1C}" type="slidenum">
              <a:rPr lang="en-US"/>
              <a:t>‹#›</a:t>
            </a:fld>
            <a:endParaRPr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470420245" name="Title 1"/>
          <p:cNvSpPr>
            <a:spLocks noGrp="1"/>
          </p:cNvSpPr>
          <p:nvPr>
            <p:ph type="title"/>
          </p:nvPr>
        </p:nvSpPr>
        <p:spPr bwMode="auto">
          <a:xfrm>
            <a:off x="677334" y="4800600"/>
            <a:ext cx="8596667" cy="566738"/>
          </a:xfrm>
        </p:spPr>
        <p:txBody>
          <a:bodyPr anchor="b">
            <a:normAutofit/>
          </a:bodyPr>
          <a:lstStyle>
            <a:lvl1pPr algn="l">
              <a:defRPr sz="2400" b="0"/>
            </a:lvl1pPr>
          </a:lstStyle>
          <a:p>
            <a:pPr>
              <a:defRPr/>
            </a:pPr>
            <a:r>
              <a:rPr lang="en-US"/>
              <a:t>Click to edit Master title style</a:t>
            </a:r>
            <a:endParaRPr lang="en-US"/>
          </a:p>
        </p:txBody>
      </p:sp>
      <p:sp>
        <p:nvSpPr>
          <p:cNvPr id="896583408" name="Picture Placeholder 2"/>
          <p:cNvSpPr>
            <a:spLocks noChangeAspect="1" noGrp="1"/>
          </p:cNvSpPr>
          <p:nvPr>
            <p:ph type="pic" idx="1"/>
          </p:nvPr>
        </p:nvSpPr>
        <p:spPr bwMode="auto">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a:defRPr/>
            </a:pPr>
            <a:r>
              <a:rPr lang="en-US"/>
              <a:t>Click icon to add picture</a:t>
            </a:r>
            <a:endParaRPr lang="en-US"/>
          </a:p>
        </p:txBody>
      </p:sp>
      <p:sp>
        <p:nvSpPr>
          <p:cNvPr id="1527860044" name="Text Placeholder 3"/>
          <p:cNvSpPr>
            <a:spLocks noGrp="1"/>
          </p:cNvSpPr>
          <p:nvPr>
            <p:ph type="body" sz="half" idx="2"/>
          </p:nvPr>
        </p:nvSpPr>
        <p:spPr bwMode="auto">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765087774" name="Footer Placeholder 5"/>
          <p:cNvSpPr>
            <a:spLocks noGrp="1"/>
          </p:cNvSpPr>
          <p:nvPr>
            <p:ph type="ftr" sz="quarter" idx="11"/>
          </p:nvPr>
        </p:nvSpPr>
        <p:spPr bwMode="auto"/>
        <p:txBody>
          <a:bodyPr/>
          <a:lstStyle/>
          <a:p>
            <a:pPr>
              <a:defRPr/>
            </a:pPr>
            <a:endParaRPr lang="en-US"/>
          </a:p>
        </p:txBody>
      </p:sp>
      <p:sp>
        <p:nvSpPr>
          <p:cNvPr id="430688827" name="Slide Number Placeholder 6"/>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1072389629" name="Date Placeholder 4"/>
          <p:cNvSpPr>
            <a:spLocks noGrp="1"/>
          </p:cNvSpPr>
          <p:nvPr>
            <p:ph type="dt" sz="half" idx="10"/>
          </p:nvPr>
        </p:nvSpPr>
        <p:spPr bwMode="auto"/>
        <p:txBody>
          <a:bodyPr/>
          <a:lstStyle/>
          <a:p>
            <a:pPr>
              <a:defRPr/>
            </a:pPr>
            <a:fld id="{B61BEF0D-F0BB-DE4B-95CE-6DB70DBA9567}" type="datetimeFigureOut">
              <a:rPr lang="en-US"/>
              <a:t>9/2/2026</a:t>
            </a:fld>
            <a:endParaRPr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aption">
    <p:spTree>
      <p:nvGrpSpPr>
        <p:cNvPr id="1" name=""/>
        <p:cNvGrpSpPr/>
        <p:nvPr/>
      </p:nvGrpSpPr>
      <p:grpSpPr bwMode="auto">
        <a:xfrm>
          <a:off x="0" y="0"/>
          <a:ext cx="0" cy="0"/>
          <a:chOff x="0" y="0"/>
          <a:chExt cx="0" cy="0"/>
        </a:xfrm>
      </p:grpSpPr>
      <p:sp>
        <p:nvSpPr>
          <p:cNvPr id="1127518372" name="Title 1"/>
          <p:cNvSpPr>
            <a:spLocks noGrp="1"/>
          </p:cNvSpPr>
          <p:nvPr>
            <p:ph type="title"/>
          </p:nvPr>
        </p:nvSpPr>
        <p:spPr bwMode="auto">
          <a:xfrm>
            <a:off x="677335" y="609600"/>
            <a:ext cx="8596668" cy="3403600"/>
          </a:xfrm>
        </p:spPr>
        <p:txBody>
          <a:bodyPr anchor="ctr">
            <a:normAutofit/>
          </a:bodyPr>
          <a:lstStyle>
            <a:lvl1pPr algn="l">
              <a:defRPr sz="4400" b="0" cap="none"/>
            </a:lvl1pPr>
          </a:lstStyle>
          <a:p>
            <a:pPr>
              <a:defRPr/>
            </a:pPr>
            <a:r>
              <a:rPr lang="en-US"/>
              <a:t>Click to edit Master title style</a:t>
            </a:r>
            <a:endParaRPr lang="en-US"/>
          </a:p>
        </p:txBody>
      </p:sp>
      <p:sp>
        <p:nvSpPr>
          <p:cNvPr id="1890914360"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819276730"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346054335" name="Footer Placeholder 4"/>
          <p:cNvSpPr>
            <a:spLocks noGrp="1"/>
          </p:cNvSpPr>
          <p:nvPr>
            <p:ph type="ftr" sz="quarter" idx="11"/>
          </p:nvPr>
        </p:nvSpPr>
        <p:spPr bwMode="auto"/>
        <p:txBody>
          <a:bodyPr/>
          <a:lstStyle/>
          <a:p>
            <a:pPr>
              <a:defRPr/>
            </a:pPr>
            <a:endParaRPr lang="en-US"/>
          </a:p>
        </p:txBody>
      </p:sp>
      <p:sp>
        <p:nvSpPr>
          <p:cNvPr id="1478235467"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with Caption">
    <p:spTree>
      <p:nvGrpSpPr>
        <p:cNvPr id="1" name=""/>
        <p:cNvGrpSpPr/>
        <p:nvPr/>
      </p:nvGrpSpPr>
      <p:grpSpPr bwMode="auto">
        <a:xfrm>
          <a:off x="0" y="0"/>
          <a:ext cx="0" cy="0"/>
          <a:chOff x="0" y="0"/>
          <a:chExt cx="0" cy="0"/>
        </a:xfrm>
      </p:grpSpPr>
      <p:sp>
        <p:nvSpPr>
          <p:cNvPr id="2146883444"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endParaRPr lang="en-US"/>
          </a:p>
        </p:txBody>
      </p:sp>
      <p:sp>
        <p:nvSpPr>
          <p:cNvPr id="87062885" name="Text Placeholder 9"/>
          <p:cNvSpPr>
            <a:spLocks noGrp="1"/>
          </p:cNvSpPr>
          <p:nvPr>
            <p:ph type="body" sz="quarter" idx="13"/>
          </p:nvPr>
        </p:nvSpPr>
        <p:spPr bwMode="auto">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1788486428" name="Text Placeholder 2"/>
          <p:cNvSpPr>
            <a:spLocks noGrp="1"/>
          </p:cNvSpPr>
          <p:nvPr>
            <p:ph type="body" idx="1"/>
          </p:nvPr>
        </p:nvSpPr>
        <p:spPr bwMode="auto">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527699910"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91306685" name="Footer Placeholder 4"/>
          <p:cNvSpPr>
            <a:spLocks noGrp="1"/>
          </p:cNvSpPr>
          <p:nvPr>
            <p:ph type="ftr" sz="quarter" idx="11"/>
          </p:nvPr>
        </p:nvSpPr>
        <p:spPr bwMode="auto"/>
        <p:txBody>
          <a:bodyPr/>
          <a:lstStyle/>
          <a:p>
            <a:pPr>
              <a:defRPr/>
            </a:pPr>
            <a:endParaRPr lang="en-US"/>
          </a:p>
        </p:txBody>
      </p:sp>
      <p:sp>
        <p:nvSpPr>
          <p:cNvPr id="1117669618"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54250947" name="TextBox 23"/>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
        <p:nvSpPr>
          <p:cNvPr id="195557777" name="TextBox 24"/>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Tree>
  </p:cSld>
  <p:clrMapOvr>
    <a:masterClrMapping/>
  </p:clrMapOvr>
  <p:hf dt="0" ftr="0"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Name Card">
    <p:spTree>
      <p:nvGrpSpPr>
        <p:cNvPr id="1" name=""/>
        <p:cNvGrpSpPr/>
        <p:nvPr/>
      </p:nvGrpSpPr>
      <p:grpSpPr bwMode="auto">
        <a:xfrm>
          <a:off x="0" y="0"/>
          <a:ext cx="0" cy="0"/>
          <a:chOff x="0" y="0"/>
          <a:chExt cx="0" cy="0"/>
        </a:xfrm>
      </p:grpSpPr>
      <p:sp>
        <p:nvSpPr>
          <p:cNvPr id="444850178" name="Title 1"/>
          <p:cNvSpPr>
            <a:spLocks noGrp="1"/>
          </p:cNvSpPr>
          <p:nvPr>
            <p:ph type="title"/>
          </p:nvPr>
        </p:nvSpPr>
        <p:spPr bwMode="auto">
          <a:xfrm>
            <a:off x="677335" y="1931988"/>
            <a:ext cx="8596668" cy="2595460"/>
          </a:xfrm>
        </p:spPr>
        <p:txBody>
          <a:bodyPr anchor="b">
            <a:normAutofit/>
          </a:bodyPr>
          <a:lstStyle>
            <a:lvl1pPr algn="l">
              <a:defRPr sz="4400" b="0" cap="none"/>
            </a:lvl1pPr>
          </a:lstStyle>
          <a:p>
            <a:pPr>
              <a:defRPr/>
            </a:pPr>
            <a:r>
              <a:rPr lang="en-US"/>
              <a:t>Click to edit Master title style</a:t>
            </a:r>
            <a:endParaRPr lang="en-US"/>
          </a:p>
        </p:txBody>
      </p:sp>
      <p:sp>
        <p:nvSpPr>
          <p:cNvPr id="1322661876"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800016868"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308628428" name="Footer Placeholder 4"/>
          <p:cNvSpPr>
            <a:spLocks noGrp="1"/>
          </p:cNvSpPr>
          <p:nvPr>
            <p:ph type="ftr" sz="quarter" idx="11"/>
          </p:nvPr>
        </p:nvSpPr>
        <p:spPr bwMode="auto"/>
        <p:txBody>
          <a:bodyPr/>
          <a:lstStyle/>
          <a:p>
            <a:pPr>
              <a:defRPr/>
            </a:pPr>
            <a:endParaRPr lang="en-US"/>
          </a:p>
        </p:txBody>
      </p:sp>
      <p:sp>
        <p:nvSpPr>
          <p:cNvPr id="42014162"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Name Card">
    <p:spTree>
      <p:nvGrpSpPr>
        <p:cNvPr id="1" name=""/>
        <p:cNvGrpSpPr/>
        <p:nvPr/>
      </p:nvGrpSpPr>
      <p:grpSpPr bwMode="auto">
        <a:xfrm>
          <a:off x="0" y="0"/>
          <a:ext cx="0" cy="0"/>
          <a:chOff x="0" y="0"/>
          <a:chExt cx="0" cy="0"/>
        </a:xfrm>
      </p:grpSpPr>
      <p:sp>
        <p:nvSpPr>
          <p:cNvPr id="1530734421" name="Title 1"/>
          <p:cNvSpPr>
            <a:spLocks noGrp="1"/>
          </p:cNvSpPr>
          <p:nvPr>
            <p:ph type="title"/>
          </p:nvPr>
        </p:nvSpPr>
        <p:spPr bwMode="auto">
          <a:xfrm>
            <a:off x="931334" y="609600"/>
            <a:ext cx="8094134" cy="3022600"/>
          </a:xfrm>
        </p:spPr>
        <p:txBody>
          <a:bodyPr anchor="ctr">
            <a:normAutofit/>
          </a:bodyPr>
          <a:lstStyle>
            <a:lvl1pPr algn="l">
              <a:defRPr sz="4400" b="0" cap="none"/>
            </a:lvl1pPr>
          </a:lstStyle>
          <a:p>
            <a:pPr>
              <a:defRPr/>
            </a:pPr>
            <a:r>
              <a:rPr lang="en-US"/>
              <a:t>Click to edit Master title style</a:t>
            </a:r>
            <a:endParaRPr lang="en-US"/>
          </a:p>
        </p:txBody>
      </p:sp>
      <p:sp>
        <p:nvSpPr>
          <p:cNvPr id="1628898036"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1119779539"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823673444"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495284980" name="Footer Placeholder 4"/>
          <p:cNvSpPr>
            <a:spLocks noGrp="1"/>
          </p:cNvSpPr>
          <p:nvPr>
            <p:ph type="ftr" sz="quarter" idx="11"/>
          </p:nvPr>
        </p:nvSpPr>
        <p:spPr bwMode="auto"/>
        <p:txBody>
          <a:bodyPr/>
          <a:lstStyle/>
          <a:p>
            <a:pPr>
              <a:defRPr/>
            </a:pPr>
            <a:endParaRPr lang="en-US"/>
          </a:p>
        </p:txBody>
      </p:sp>
      <p:sp>
        <p:nvSpPr>
          <p:cNvPr id="931137513"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
        <p:nvSpPr>
          <p:cNvPr id="264972641" name="TextBox 23"/>
          <p:cNvSpPr txBox="1"/>
          <p:nvPr/>
        </p:nvSpPr>
        <p:spPr bwMode="auto">
          <a:xfrm>
            <a:off x="541870" y="790378"/>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
        <p:nvSpPr>
          <p:cNvPr id="1568750055" name="TextBox 24"/>
          <p:cNvSpPr txBox="1"/>
          <p:nvPr/>
        </p:nvSpPr>
        <p:spPr bwMode="auto">
          <a:xfrm>
            <a:off x="8893011" y="2886556"/>
            <a:ext cx="609600" cy="584775"/>
          </a:xfrm>
          <a:prstGeom prst="rect">
            <a:avLst/>
          </a:prstGeom>
        </p:spPr>
        <p:txBody>
          <a:bodyPr vert="horz" lIns="91440" tIns="45720" rIns="91440" bIns="45720" rtlCol="0" anchor="ctr">
            <a:noAutofit/>
          </a:bodyPr>
          <a:lstStyle/>
          <a:p>
            <a:pPr lvl="0">
              <a:defRPr/>
            </a:pPr>
            <a:r>
              <a:rPr lang="en-US" sz="8000">
                <a:ln w="3175" cmpd="sng">
                  <a:noFill/>
                </a:ln>
                <a:solidFill>
                  <a:schemeClr val="accent1">
                    <a:lumMod val="60000"/>
                    <a:lumOff val="40000"/>
                  </a:schemeClr>
                </a:solidFill>
                <a:latin typeface="Arial"/>
              </a:rPr>
              <a:t>”</a:t>
            </a:r>
            <a:endParaRPr/>
          </a:p>
        </p:txBody>
      </p:sp>
    </p:spTree>
  </p:cSld>
  <p:clrMapOvr>
    <a:masterClrMapping/>
  </p:clrMapOvr>
  <p:hf dt="0" ftr="0" hdr="0" sldNum="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rue or False">
    <p:spTree>
      <p:nvGrpSpPr>
        <p:cNvPr id="1" name=""/>
        <p:cNvGrpSpPr/>
        <p:nvPr/>
      </p:nvGrpSpPr>
      <p:grpSpPr bwMode="auto">
        <a:xfrm>
          <a:off x="0" y="0"/>
          <a:ext cx="0" cy="0"/>
          <a:chOff x="0" y="0"/>
          <a:chExt cx="0" cy="0"/>
        </a:xfrm>
      </p:grpSpPr>
      <p:sp>
        <p:nvSpPr>
          <p:cNvPr id="2142682512" name="Title 1"/>
          <p:cNvSpPr>
            <a:spLocks noGrp="1"/>
          </p:cNvSpPr>
          <p:nvPr>
            <p:ph type="title"/>
          </p:nvPr>
        </p:nvSpPr>
        <p:spPr bwMode="auto">
          <a:xfrm>
            <a:off x="685799" y="609600"/>
            <a:ext cx="8588203" cy="3022600"/>
          </a:xfrm>
        </p:spPr>
        <p:txBody>
          <a:bodyPr anchor="ctr">
            <a:normAutofit/>
          </a:bodyPr>
          <a:lstStyle>
            <a:lvl1pPr algn="l">
              <a:defRPr sz="4400" b="0" cap="none"/>
            </a:lvl1pPr>
          </a:lstStyle>
          <a:p>
            <a:pPr>
              <a:defRPr/>
            </a:pPr>
            <a:r>
              <a:rPr lang="en-US"/>
              <a:t>Click to edit Master title style</a:t>
            </a:r>
            <a:endParaRPr lang="en-US"/>
          </a:p>
        </p:txBody>
      </p:sp>
      <p:sp>
        <p:nvSpPr>
          <p:cNvPr id="972247673" name="Text Placeholder 9"/>
          <p:cNvSpPr>
            <a:spLocks noGrp="1"/>
          </p:cNvSpPr>
          <p:nvPr>
            <p:ph type="body" sz="quarter" idx="13"/>
          </p:nvPr>
        </p:nvSpPr>
        <p:spPr bwMode="auto">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defRPr/>
            </a:pPr>
            <a:r>
              <a:rPr lang="en-US"/>
              <a:t>Click to edit Master text styles</a:t>
            </a:r>
            <a:endParaRPr/>
          </a:p>
        </p:txBody>
      </p:sp>
      <p:sp>
        <p:nvSpPr>
          <p:cNvPr id="1928701863" name="Text Placeholder 2"/>
          <p:cNvSpPr>
            <a:spLocks noGrp="1"/>
          </p:cNvSpPr>
          <p:nvPr>
            <p:ph type="body" idx="1"/>
          </p:nvPr>
        </p:nvSpPr>
        <p:spPr bwMode="auto">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172485544"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1562418470" name="Footer Placeholder 4"/>
          <p:cNvSpPr>
            <a:spLocks noGrp="1"/>
          </p:cNvSpPr>
          <p:nvPr>
            <p:ph type="ftr" sz="quarter" idx="11"/>
          </p:nvPr>
        </p:nvSpPr>
        <p:spPr bwMode="auto"/>
        <p:txBody>
          <a:bodyPr/>
          <a:lstStyle/>
          <a:p>
            <a:pPr>
              <a:defRPr/>
            </a:pPr>
            <a:endParaRPr lang="en-US"/>
          </a:p>
        </p:txBody>
      </p:sp>
      <p:sp>
        <p:nvSpPr>
          <p:cNvPr id="2091977833"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373015448" name="Title 1"/>
          <p:cNvSpPr>
            <a:spLocks noGrp="1"/>
          </p:cNvSpPr>
          <p:nvPr>
            <p:ph type="title"/>
          </p:nvPr>
        </p:nvSpPr>
        <p:spPr bwMode="auto"/>
        <p:txBody>
          <a:bodyPr/>
          <a:lstStyle/>
          <a:p>
            <a:pPr>
              <a:defRPr/>
            </a:pPr>
            <a:r>
              <a:rPr lang="en-US"/>
              <a:t>Click to edit Master title style</a:t>
            </a:r>
            <a:endParaRPr lang="en-US"/>
          </a:p>
        </p:txBody>
      </p:sp>
      <p:sp>
        <p:nvSpPr>
          <p:cNvPr id="133708390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30442618" name="Date Placeholder 3"/>
          <p:cNvSpPr>
            <a:spLocks noGrp="1"/>
          </p:cNvSpPr>
          <p:nvPr>
            <p:ph type="dt" sz="half" idx="10"/>
          </p:nvPr>
        </p:nvSpPr>
        <p:spPr bwMode="auto"/>
        <p:txBody>
          <a:bodyPr/>
          <a:lstStyle/>
          <a:p>
            <a:pPr>
              <a:defRPr/>
            </a:pPr>
            <a:fld id="{55C6B4A9-1611-4792-9094-5F34BCA07E0B}" type="datetimeFigureOut">
              <a:rPr lang="en-US"/>
              <a:t>9/2/2026</a:t>
            </a:fld>
            <a:endParaRPr lang="en-US"/>
          </a:p>
        </p:txBody>
      </p:sp>
      <p:sp>
        <p:nvSpPr>
          <p:cNvPr id="1369005544" name="Footer Placeholder 4"/>
          <p:cNvSpPr>
            <a:spLocks noGrp="1"/>
          </p:cNvSpPr>
          <p:nvPr>
            <p:ph type="ftr" sz="quarter" idx="11"/>
          </p:nvPr>
        </p:nvSpPr>
        <p:spPr bwMode="auto"/>
        <p:txBody>
          <a:bodyPr/>
          <a:lstStyle/>
          <a:p>
            <a:pPr>
              <a:defRPr/>
            </a:pPr>
            <a:endParaRPr lang="en-US"/>
          </a:p>
        </p:txBody>
      </p:sp>
      <p:sp>
        <p:nvSpPr>
          <p:cNvPr id="1632836540" name="Slide Number Placeholder 5"/>
          <p:cNvSpPr>
            <a:spLocks noGrp="1"/>
          </p:cNvSpPr>
          <p:nvPr>
            <p:ph type="sldNum" sz="quarter" idx="12"/>
          </p:nvPr>
        </p:nvSpPr>
        <p:spPr bwMode="auto"/>
        <p:txBody>
          <a:bodyPr/>
          <a:lstStyle/>
          <a:p>
            <a:pPr>
              <a:defRPr/>
            </a:pPr>
            <a:fld id="{89333C77-0158-454C-844F-B7AB9BD7DAD4}" type="slidenum">
              <a:rPr lang="en-US"/>
              <a:t>‹#›</a:t>
            </a:fld>
            <a:endParaRPr lang="en-US"/>
          </a:p>
        </p:txBody>
      </p:sp>
    </p:spTree>
  </p:cSld>
  <p:clrMapOvr>
    <a:masterClrMapping/>
  </p:clrMapOvr>
  <p:hf dt="0" ftr="0" hdr="0" sldNum="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99773836" name="Vertical Title 1"/>
          <p:cNvSpPr>
            <a:spLocks noGrp="1"/>
          </p:cNvSpPr>
          <p:nvPr>
            <p:ph type="title" orient="vert"/>
          </p:nvPr>
        </p:nvSpPr>
        <p:spPr bwMode="auto">
          <a:xfrm>
            <a:off x="7967673" y="609599"/>
            <a:ext cx="1304743" cy="5251451"/>
          </a:xfrm>
        </p:spPr>
        <p:txBody>
          <a:bodyPr vert="eaVert" anchor="ctr"/>
          <a:lstStyle/>
          <a:p>
            <a:pPr>
              <a:defRPr/>
            </a:pPr>
            <a:r>
              <a:rPr lang="en-US"/>
              <a:t>Click to edit Master title style</a:t>
            </a:r>
            <a:endParaRPr lang="en-US"/>
          </a:p>
        </p:txBody>
      </p:sp>
      <p:sp>
        <p:nvSpPr>
          <p:cNvPr id="1712598114" name="Vertical Text Placeholder 2"/>
          <p:cNvSpPr>
            <a:spLocks noGrp="1"/>
          </p:cNvSpPr>
          <p:nvPr>
            <p:ph type="body" orient="vert" idx="1"/>
          </p:nvPr>
        </p:nvSpPr>
        <p:spPr bwMode="auto">
          <a:xfrm>
            <a:off x="677335" y="609600"/>
            <a:ext cx="7060150" cy="5251450"/>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2780925" name="Date Placeholder 3"/>
          <p:cNvSpPr>
            <a:spLocks noGrp="1"/>
          </p:cNvSpPr>
          <p:nvPr>
            <p:ph type="dt" sz="half" idx="10"/>
          </p:nvPr>
        </p:nvSpPr>
        <p:spPr bwMode="auto"/>
        <p:txBody>
          <a:bodyPr/>
          <a:lstStyle/>
          <a:p>
            <a:pPr>
              <a:defRPr/>
            </a:pPr>
            <a:fld id="{B61BEF0D-F0BB-DE4B-95CE-6DB70DBA9567}" type="datetimeFigureOut">
              <a:rPr lang="en-US"/>
              <a:t>9/2/2026</a:t>
            </a:fld>
            <a:endParaRPr lang="en-US"/>
          </a:p>
        </p:txBody>
      </p:sp>
      <p:sp>
        <p:nvSpPr>
          <p:cNvPr id="845769752" name="Footer Placeholder 4"/>
          <p:cNvSpPr>
            <a:spLocks noGrp="1"/>
          </p:cNvSpPr>
          <p:nvPr>
            <p:ph type="ftr" sz="quarter" idx="11"/>
          </p:nvPr>
        </p:nvSpPr>
        <p:spPr bwMode="auto"/>
        <p:txBody>
          <a:bodyPr/>
          <a:lstStyle/>
          <a:p>
            <a:pPr>
              <a:defRPr/>
            </a:pPr>
            <a:endParaRPr lang="en-US"/>
          </a:p>
        </p:txBody>
      </p:sp>
      <p:sp>
        <p:nvSpPr>
          <p:cNvPr id="1796389840" name="Slide Number Placeholder 5"/>
          <p:cNvSpPr>
            <a:spLocks noGrp="1"/>
          </p:cNvSpPr>
          <p:nvPr>
            <p:ph type="sldNum" sz="quarter" idx="12"/>
          </p:nvPr>
        </p:nvSpPr>
        <p:spPr bwMode="auto"/>
        <p:txBody>
          <a:bodyPr/>
          <a:lstStyle/>
          <a:p>
            <a:pPr>
              <a:defRPr/>
            </a:pPr>
            <a:fld id="{D57F1E4F-1CFF-5643-939E-217C01CDF565}" type="slidenum">
              <a:rPr lang="en-US"/>
              <a:t>‹#›</a:t>
            </a:fld>
            <a:endParaRPr lang="en-US"/>
          </a:p>
        </p:txBody>
      </p:sp>
    </p:spTree>
  </p:cSld>
  <p:clrMapOvr>
    <a:masterClrMapping/>
  </p:clrMapOvr>
  <p:hf dt="0" ftr="0" hdr="0" sldNum="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Quote">
    <p:spTree>
      <p:nvGrpSpPr>
        <p:cNvPr id="1" name=""/>
        <p:cNvGrpSpPr/>
        <p:nvPr/>
      </p:nvGrpSpPr>
      <p:grpSpPr bwMode="auto">
        <a:xfrm>
          <a:off x="0" y="0"/>
          <a:ext cx="0" cy="0"/>
          <a:chOff x="0" y="0"/>
          <a:chExt cx="0" cy="0"/>
        </a:xfrm>
      </p:grpSpPr>
      <p:sp>
        <p:nvSpPr>
          <p:cNvPr id="1705277366" name="Text Placeholder 10"/>
          <p:cNvSpPr>
            <a:spLocks noGrp="1"/>
          </p:cNvSpPr>
          <p:nvPr>
            <p:ph type="body" sz="quarter" idx="11"/>
          </p:nvPr>
        </p:nvSpPr>
        <p:spPr bwMode="auto">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defRPr/>
            </a:pPr>
            <a:r>
              <a:rPr lang="en-US"/>
              <a:t>Click to edit Master text styles</a:t>
            </a:r>
            <a:endParaRPr/>
          </a:p>
          <a:p>
            <a:pPr lvl="1">
              <a:defRPr/>
            </a:pPr>
            <a:r>
              <a:rPr lang="en-US"/>
              <a:t>Second level</a:t>
            </a:r>
            <a:endParaRPr/>
          </a:p>
        </p:txBody>
      </p:sp>
      <p:sp>
        <p:nvSpPr>
          <p:cNvPr id="1987471237" name="Hexagon 14"/>
          <p:cNvSpPr/>
          <p:nvPr userDrawn="1"/>
        </p:nvSpPr>
        <p:spPr bwMode="auto">
          <a:xfrm>
            <a:off x="740309" y="1382809"/>
            <a:ext cx="1229566" cy="1059971"/>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79900435" name="Hexagon 15"/>
          <p:cNvSpPr/>
          <p:nvPr userDrawn="1"/>
        </p:nvSpPr>
        <p:spPr bwMode="auto">
          <a:xfrm>
            <a:off x="3755031" y="1194620"/>
            <a:ext cx="1666162" cy="1436347"/>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98039726" name="Hexagon 16"/>
          <p:cNvSpPr/>
          <p:nvPr userDrawn="1"/>
        </p:nvSpPr>
        <p:spPr bwMode="auto">
          <a:xfrm>
            <a:off x="3804994" y="5233183"/>
            <a:ext cx="718261" cy="619191"/>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39448308" name="Hexagon 17"/>
          <p:cNvSpPr/>
          <p:nvPr userDrawn="1"/>
        </p:nvSpPr>
        <p:spPr bwMode="auto">
          <a:xfrm>
            <a:off x="1837838" y="1101306"/>
            <a:ext cx="651613" cy="561736"/>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64227512" name="Picture Placeholder 18"/>
          <p:cNvSpPr>
            <a:spLocks noGrp="1"/>
          </p:cNvSpPr>
          <p:nvPr>
            <p:ph type="pic" sz="quarter" idx="12"/>
          </p:nvPr>
        </p:nvSpPr>
        <p:spPr bwMode="auto">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fill="norm" stroke="1" extrusionOk="0">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59403988" name="Title 1"/>
          <p:cNvSpPr>
            <a:spLocks noGrp="1"/>
          </p:cNvSpPr>
          <p:nvPr>
            <p:ph type="title"/>
          </p:nvPr>
        </p:nvSpPr>
        <p:spPr bwMode="auto">
          <a:xfrm>
            <a:off x="6312871" y="2050552"/>
            <a:ext cx="4998720" cy="1748983"/>
          </a:xfrm>
          <a:prstGeom prst="rect">
            <a:avLst/>
          </a:prstGeom>
        </p:spPr>
        <p:txBody>
          <a:bodyPr/>
          <a:lstStyle>
            <a:lvl1pPr>
              <a:defRPr sz="2800">
                <a:solidFill>
                  <a:schemeClr val="tx1"/>
                </a:solidFill>
                <a:latin typeface="+mn-lt"/>
              </a:defRPr>
            </a:lvl1pPr>
          </a:lstStyle>
          <a:p>
            <a:pPr>
              <a:defRPr/>
            </a:pPr>
            <a:r>
              <a:rPr lang="en-US"/>
              <a:t>Click to edit Master title style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Introduction">
    <p:spTree>
      <p:nvGrpSpPr>
        <p:cNvPr id="1" name=""/>
        <p:cNvGrpSpPr/>
        <p:nvPr/>
      </p:nvGrpSpPr>
      <p:grpSpPr bwMode="auto">
        <a:xfrm>
          <a:off x="0" y="0"/>
          <a:ext cx="0" cy="0"/>
          <a:chOff x="0" y="0"/>
          <a:chExt cx="0" cy="0"/>
        </a:xfrm>
      </p:grpSpPr>
      <p:sp>
        <p:nvSpPr>
          <p:cNvPr id="1565522167" name="Oval 9"/>
          <p:cNvSpPr/>
          <p:nvPr userDrawn="1"/>
        </p:nvSpPr>
        <p:spPr bwMode="auto">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1562990259" name="Oval 13"/>
          <p:cNvSpPr/>
          <p:nvPr userDrawn="1"/>
        </p:nvSpPr>
        <p:spPr bwMode="auto">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1376826618" name="Oval 15"/>
          <p:cNvSpPr/>
          <p:nvPr userDrawn="1"/>
        </p:nvSpPr>
        <p:spPr bwMode="auto">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accent5"/>
              </a:solidFill>
            </a:endParaRPr>
          </a:p>
        </p:txBody>
      </p:sp>
      <p:sp>
        <p:nvSpPr>
          <p:cNvPr id="1296111818" name="Picture Placeholder 22"/>
          <p:cNvSpPr>
            <a:spLocks noGrp="1"/>
          </p:cNvSpPr>
          <p:nvPr>
            <p:ph type="pic" sz="quarter" idx="10"/>
          </p:nvPr>
        </p:nvSpPr>
        <p:spPr bwMode="auto">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fill="norm" stroke="1" extrusionOk="0">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927334088" name="Text Placeholder 26"/>
          <p:cNvSpPr>
            <a:spLocks noGrp="1"/>
          </p:cNvSpPr>
          <p:nvPr>
            <p:ph type="body" sz="quarter" idx="12"/>
          </p:nvPr>
        </p:nvSpPr>
        <p:spPr bwMode="auto">
          <a:xfrm>
            <a:off x="660400" y="2044700"/>
            <a:ext cx="4275138" cy="3560763"/>
          </a:xfrm>
          <a:prstGeom prst="rect">
            <a:avLst/>
          </a:prstGeom>
        </p:spPr>
        <p:txBody>
          <a:bodyPr/>
          <a:lstStyle>
            <a:lvl1pPr>
              <a:lnSpc>
                <a:spcPct val="150000"/>
              </a:lnSpc>
              <a:buClr>
                <a:schemeClr val="accent4"/>
              </a:buClr>
              <a:buFont typeface="Wingdings"/>
              <a:buChar char="§"/>
              <a:defRPr sz="2000"/>
            </a:lvl1pPr>
            <a:lvl2pPr>
              <a:buClr>
                <a:schemeClr val="accent4"/>
              </a:buClr>
              <a:buFont typeface="Wingdings"/>
              <a:buChar char="§"/>
              <a:defRPr sz="2000"/>
            </a:lvl2pPr>
            <a:lvl3pPr>
              <a:buClr>
                <a:schemeClr val="accent4"/>
              </a:buClr>
              <a:buFont typeface="Wingdings"/>
              <a:buChar char="§"/>
              <a:defRPr sz="1800"/>
            </a:lvl3pPr>
            <a:lvl4pPr>
              <a:buClr>
                <a:schemeClr val="accent4"/>
              </a:buClr>
              <a:buFont typeface="Wingdings"/>
              <a:buChar char="§"/>
              <a:defRPr sz="1800"/>
            </a:lvl4pPr>
            <a:lvl5pPr>
              <a:buClr>
                <a:schemeClr val="accent4"/>
              </a:buClr>
              <a:buFont typeface="Wingdings"/>
              <a:buChar char="§"/>
              <a:defRPr sz="1800"/>
            </a:lvl5pPr>
          </a:lstStyle>
          <a:p>
            <a:pPr lvl="0">
              <a:defRPr/>
            </a:pPr>
            <a:r>
              <a:rPr lang="en-US"/>
              <a:t>Click to edit Master text styles</a:t>
            </a:r>
            <a:endParaRPr/>
          </a:p>
        </p:txBody>
      </p:sp>
      <p:sp>
        <p:nvSpPr>
          <p:cNvPr id="1893675783" name="Title 1"/>
          <p:cNvSpPr>
            <a:spLocks noGrp="1"/>
          </p:cNvSpPr>
          <p:nvPr>
            <p:ph type="title"/>
          </p:nvPr>
        </p:nvSpPr>
        <p:spPr bwMode="auto">
          <a:xfrm>
            <a:off x="660400" y="805213"/>
            <a:ext cx="4275138" cy="830997"/>
          </a:xfrm>
          <a:prstGeom prst="rect">
            <a:avLst/>
          </a:prstGeom>
        </p:spPr>
        <p:txBody>
          <a:bodyPr/>
          <a:lstStyle>
            <a:lvl1pPr>
              <a:defRPr sz="4800" b="1">
                <a:solidFill>
                  <a:schemeClr val="tx1"/>
                </a:solidFill>
              </a:defRPr>
            </a:lvl1pPr>
          </a:lstStyle>
          <a:p>
            <a:pPr>
              <a:defRPr/>
            </a:pPr>
            <a:r>
              <a:rPr lang="en-US"/>
              <a:t>Click to edit Master title style</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Agenda">
    <p:spTree>
      <p:nvGrpSpPr>
        <p:cNvPr id="1" name=""/>
        <p:cNvGrpSpPr/>
        <p:nvPr/>
      </p:nvGrpSpPr>
      <p:grpSpPr bwMode="auto">
        <a:xfrm>
          <a:off x="0" y="0"/>
          <a:ext cx="0" cy="0"/>
          <a:chOff x="0" y="0"/>
          <a:chExt cx="0" cy="0"/>
        </a:xfrm>
      </p:grpSpPr>
      <p:sp>
        <p:nvSpPr>
          <p:cNvPr id="1100687698" name="Text Placeholder 26"/>
          <p:cNvSpPr>
            <a:spLocks noGrp="1"/>
          </p:cNvSpPr>
          <p:nvPr>
            <p:ph type="body" sz="quarter" idx="12"/>
          </p:nvPr>
        </p:nvSpPr>
        <p:spPr bwMode="auto">
          <a:xfrm>
            <a:off x="660400" y="2044700"/>
            <a:ext cx="4275138" cy="3560763"/>
          </a:xfrm>
          <a:prstGeom prst="rect">
            <a:avLst/>
          </a:prstGeom>
        </p:spPr>
        <p:txBody>
          <a:bodyPr/>
          <a:lstStyle>
            <a:lvl1pPr>
              <a:buClr>
                <a:schemeClr val="accent4"/>
              </a:buClr>
              <a:buFont typeface="Wingdings"/>
              <a:buChar char="§"/>
              <a:defRPr sz="2000"/>
            </a:lvl1pPr>
            <a:lvl2pPr>
              <a:buClr>
                <a:schemeClr val="accent4"/>
              </a:buClr>
              <a:buFont typeface="Wingdings"/>
              <a:buChar char="§"/>
              <a:defRPr sz="1800"/>
            </a:lvl2pPr>
            <a:lvl3pPr>
              <a:buClr>
                <a:schemeClr val="accent4"/>
              </a:buClr>
              <a:buFont typeface="Wingdings"/>
              <a:buChar char="§"/>
              <a:defRPr sz="1600"/>
            </a:lvl3pPr>
            <a:lvl4pPr>
              <a:buClr>
                <a:schemeClr val="accent4"/>
              </a:buClr>
              <a:buFont typeface="Wingdings"/>
              <a:buChar char="§"/>
              <a:defRPr sz="1600"/>
            </a:lvl4pPr>
            <a:lvl5pPr>
              <a:buClr>
                <a:schemeClr val="accent4"/>
              </a:buClr>
              <a:buFont typeface="Wingdings"/>
              <a:buChar char="§"/>
              <a:defRPr sz="1600"/>
            </a:lvl5pPr>
          </a:lstStyle>
          <a:p>
            <a:pPr lvl="0">
              <a:defRPr/>
            </a:pPr>
            <a:r>
              <a:rPr lang="en-US"/>
              <a:t>Click to edit Master text styles</a:t>
            </a:r>
            <a:endParaRPr/>
          </a:p>
        </p:txBody>
      </p:sp>
      <p:sp>
        <p:nvSpPr>
          <p:cNvPr id="156470243" name="Rectangle 18"/>
          <p:cNvSpPr/>
          <p:nvPr userDrawn="1"/>
        </p:nvSpPr>
        <p:spPr bwMode="auto">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8132330" name="Rectangle 20"/>
          <p:cNvSpPr/>
          <p:nvPr userDrawn="1"/>
        </p:nvSpPr>
        <p:spPr bwMode="auto">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70831558" name="Rectangle 22"/>
          <p:cNvSpPr/>
          <p:nvPr userDrawn="1"/>
        </p:nvSpPr>
        <p:spPr bwMode="auto">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67496960" name="Picture Placeholder 10"/>
          <p:cNvSpPr>
            <a:spLocks noGrp="1"/>
          </p:cNvSpPr>
          <p:nvPr>
            <p:ph type="pic" sz="quarter" idx="13"/>
          </p:nvPr>
        </p:nvSpPr>
        <p:spPr bwMode="auto">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fill="norm" stroke="1" extrusionOk="0">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286616752" name="Title 1"/>
          <p:cNvSpPr>
            <a:spLocks noGrp="1"/>
          </p:cNvSpPr>
          <p:nvPr>
            <p:ph type="title"/>
          </p:nvPr>
        </p:nvSpPr>
        <p:spPr bwMode="auto">
          <a:xfrm>
            <a:off x="660400" y="805213"/>
            <a:ext cx="4275138" cy="830997"/>
          </a:xfrm>
          <a:prstGeom prst="rect">
            <a:avLst/>
          </a:prstGeom>
        </p:spPr>
        <p:txBody>
          <a:bodyPr/>
          <a:lstStyle>
            <a:lvl1pPr>
              <a:defRPr sz="4800" b="1">
                <a:solidFill>
                  <a:schemeClr val="tx1"/>
                </a:solidFill>
              </a:defRPr>
            </a:lvl1pPr>
          </a:lstStyle>
          <a:p>
            <a:pPr>
              <a:defRPr/>
            </a:pPr>
            <a:r>
              <a:rPr lang="en-US"/>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eam">
    <p:spTree>
      <p:nvGrpSpPr>
        <p:cNvPr id="1" name=""/>
        <p:cNvGrpSpPr/>
        <p:nvPr/>
      </p:nvGrpSpPr>
      <p:grpSpPr bwMode="auto">
        <a:xfrm>
          <a:off x="0" y="0"/>
          <a:ext cx="0" cy="0"/>
          <a:chOff x="0" y="0"/>
          <a:chExt cx="0" cy="0"/>
        </a:xfrm>
      </p:grpSpPr>
      <p:sp>
        <p:nvSpPr>
          <p:cNvPr id="1594889872" name="Picture Placeholder 38"/>
          <p:cNvSpPr>
            <a:spLocks noGrp="1"/>
          </p:cNvSpPr>
          <p:nvPr>
            <p:ph type="pic" sz="quarter" idx="22"/>
          </p:nvPr>
        </p:nvSpPr>
        <p:spPr bwMode="auto">
          <a:xfrm>
            <a:off x="5353508"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883916803" name="Picture Placeholder 37"/>
          <p:cNvSpPr>
            <a:spLocks noGrp="1"/>
          </p:cNvSpPr>
          <p:nvPr>
            <p:ph type="pic" sz="quarter" idx="21"/>
          </p:nvPr>
        </p:nvSpPr>
        <p:spPr bwMode="auto">
          <a:xfrm>
            <a:off x="3115921"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401087450" name="Picture Placeholder 39"/>
          <p:cNvSpPr>
            <a:spLocks noGrp="1"/>
          </p:cNvSpPr>
          <p:nvPr>
            <p:ph type="pic" sz="quarter" idx="23"/>
          </p:nvPr>
        </p:nvSpPr>
        <p:spPr bwMode="auto">
          <a:xfrm>
            <a:off x="7602465"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1683258432" name="Picture Placeholder 40"/>
          <p:cNvSpPr>
            <a:spLocks noGrp="1"/>
          </p:cNvSpPr>
          <p:nvPr>
            <p:ph type="pic" sz="quarter" idx="24"/>
          </p:nvPr>
        </p:nvSpPr>
        <p:spPr bwMode="auto">
          <a:xfrm>
            <a:off x="9840051"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
        <p:nvSpPr>
          <p:cNvPr id="229927457" name="Title 1"/>
          <p:cNvSpPr>
            <a:spLocks noGrp="1"/>
          </p:cNvSpPr>
          <p:nvPr>
            <p:ph type="title"/>
          </p:nvPr>
        </p:nvSpPr>
        <p:spPr bwMode="auto">
          <a:xfrm>
            <a:off x="432000" y="647700"/>
            <a:ext cx="11340000" cy="700114"/>
          </a:xfrm>
          <a:prstGeom prst="rect">
            <a:avLst/>
          </a:prstGeom>
        </p:spPr>
        <p:txBody>
          <a:bodyPr anchor="ctr"/>
          <a:lstStyle/>
          <a:p>
            <a:pPr algn="ctr">
              <a:defRPr/>
            </a:pPr>
            <a:r>
              <a:rPr lang="en-US" sz="4800" b="1">
                <a:solidFill>
                  <a:schemeClr val="tx1"/>
                </a:solidFill>
              </a:rPr>
              <a:t>Click to edit Master title style</a:t>
            </a:r>
            <a:endParaRPr lang="en-US" sz="4800" b="1">
              <a:solidFill>
                <a:schemeClr val="tx1"/>
              </a:solidFill>
            </a:endParaRPr>
          </a:p>
        </p:txBody>
      </p:sp>
      <p:sp>
        <p:nvSpPr>
          <p:cNvPr id="1669137738" name="Hexagon 8"/>
          <p:cNvSpPr/>
          <p:nvPr userDrawn="1"/>
        </p:nvSpPr>
        <p:spPr bwMode="auto">
          <a:xfrm>
            <a:off x="546669" y="3467555"/>
            <a:ext cx="458268" cy="395059"/>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46052469" name="Hexagon 9"/>
          <p:cNvSpPr/>
          <p:nvPr userDrawn="1"/>
        </p:nvSpPr>
        <p:spPr bwMode="auto">
          <a:xfrm>
            <a:off x="11113337" y="2394722"/>
            <a:ext cx="358391" cy="308957"/>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49330752" name="Hexagon 10"/>
          <p:cNvSpPr/>
          <p:nvPr userDrawn="1"/>
        </p:nvSpPr>
        <p:spPr bwMode="auto">
          <a:xfrm>
            <a:off x="10882649" y="2202202"/>
            <a:ext cx="230688" cy="198869"/>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43071832" name="Text Placeholder 22"/>
          <p:cNvSpPr>
            <a:spLocks noGrp="1"/>
          </p:cNvSpPr>
          <p:nvPr>
            <p:ph type="body" sz="quarter" idx="10"/>
          </p:nvPr>
        </p:nvSpPr>
        <p:spPr bwMode="auto">
          <a:xfrm>
            <a:off x="546668"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034448928" name="Text Placeholder 22"/>
          <p:cNvSpPr>
            <a:spLocks noGrp="1"/>
          </p:cNvSpPr>
          <p:nvPr>
            <p:ph type="body" sz="quarter" idx="11"/>
          </p:nvPr>
        </p:nvSpPr>
        <p:spPr bwMode="auto">
          <a:xfrm>
            <a:off x="556692"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1327703172" name="Text Placeholder 22"/>
          <p:cNvSpPr>
            <a:spLocks noGrp="1"/>
          </p:cNvSpPr>
          <p:nvPr>
            <p:ph type="body" sz="quarter" idx="12"/>
          </p:nvPr>
        </p:nvSpPr>
        <p:spPr bwMode="auto">
          <a:xfrm>
            <a:off x="2789482"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877037239" name="Text Placeholder 22"/>
          <p:cNvSpPr>
            <a:spLocks noGrp="1"/>
          </p:cNvSpPr>
          <p:nvPr>
            <p:ph type="body" sz="quarter" idx="13"/>
          </p:nvPr>
        </p:nvSpPr>
        <p:spPr bwMode="auto">
          <a:xfrm>
            <a:off x="2789483"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233491361" name="Text Placeholder 22"/>
          <p:cNvSpPr>
            <a:spLocks noGrp="1"/>
          </p:cNvSpPr>
          <p:nvPr>
            <p:ph type="body" sz="quarter" idx="14"/>
          </p:nvPr>
        </p:nvSpPr>
        <p:spPr bwMode="auto">
          <a:xfrm>
            <a:off x="5032296"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396878229" name="Text Placeholder 22"/>
          <p:cNvSpPr>
            <a:spLocks noGrp="1"/>
          </p:cNvSpPr>
          <p:nvPr>
            <p:ph type="body" sz="quarter" idx="15"/>
          </p:nvPr>
        </p:nvSpPr>
        <p:spPr bwMode="auto">
          <a:xfrm>
            <a:off x="5029201"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1709137896" name="Text Placeholder 22"/>
          <p:cNvSpPr>
            <a:spLocks noGrp="1"/>
          </p:cNvSpPr>
          <p:nvPr>
            <p:ph type="body" sz="quarter" idx="16"/>
          </p:nvPr>
        </p:nvSpPr>
        <p:spPr bwMode="auto">
          <a:xfrm>
            <a:off x="7275110"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265572088" name="Text Placeholder 22"/>
          <p:cNvSpPr>
            <a:spLocks noGrp="1"/>
          </p:cNvSpPr>
          <p:nvPr>
            <p:ph type="body" sz="quarter" idx="17"/>
          </p:nvPr>
        </p:nvSpPr>
        <p:spPr bwMode="auto">
          <a:xfrm>
            <a:off x="7275111"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1820778214" name="Text Placeholder 22"/>
          <p:cNvSpPr>
            <a:spLocks noGrp="1"/>
          </p:cNvSpPr>
          <p:nvPr>
            <p:ph type="body" sz="quarter" idx="18"/>
          </p:nvPr>
        </p:nvSpPr>
        <p:spPr bwMode="auto">
          <a:xfrm>
            <a:off x="9517923" y="4172761"/>
            <a:ext cx="2139696" cy="344312"/>
          </a:xfrm>
          <a:prstGeom prst="rect">
            <a:avLst/>
          </a:prstGeom>
        </p:spPr>
        <p:txBody>
          <a:bodyPr/>
          <a:lstStyle>
            <a:lvl1pPr marL="0" indent="0" algn="ctr">
              <a:buNone/>
              <a:defRPr lang="en-US" sz="2000" b="1">
                <a:solidFill>
                  <a:schemeClr val="accent4"/>
                </a:solidFill>
                <a:latin typeface="+mj-lt"/>
                <a:ea typeface="+mn-ea"/>
                <a:cs typeface="+mn-cs"/>
              </a:defRPr>
            </a:lvl1pPr>
          </a:lstStyle>
          <a:p>
            <a:pPr lvl="0">
              <a:defRPr/>
            </a:pPr>
            <a:r>
              <a:rPr lang="en-US"/>
              <a:t>Click to edit Master text styles</a:t>
            </a:r>
            <a:endParaRPr/>
          </a:p>
        </p:txBody>
      </p:sp>
      <p:sp>
        <p:nvSpPr>
          <p:cNvPr id="1557672266" name="Text Placeholder 22"/>
          <p:cNvSpPr>
            <a:spLocks noGrp="1"/>
          </p:cNvSpPr>
          <p:nvPr>
            <p:ph type="body" sz="quarter" idx="19"/>
          </p:nvPr>
        </p:nvSpPr>
        <p:spPr bwMode="auto">
          <a:xfrm>
            <a:off x="9517923" y="4588259"/>
            <a:ext cx="2139696" cy="344312"/>
          </a:xfrm>
          <a:prstGeom prst="rect">
            <a:avLst/>
          </a:prstGeom>
        </p:spPr>
        <p:txBody>
          <a:bodyPr/>
          <a:lstStyle>
            <a:lvl1pPr marL="0" indent="0" algn="ctr">
              <a:buNone/>
              <a:defRPr lang="en-US" sz="1600">
                <a:solidFill>
                  <a:schemeClr val="tx1"/>
                </a:solidFill>
                <a:latin typeface="+mn-lt"/>
                <a:ea typeface="+mn-ea"/>
                <a:cs typeface="+mn-cs"/>
              </a:defRPr>
            </a:lvl1pPr>
          </a:lstStyle>
          <a:p>
            <a:pPr lvl="0">
              <a:defRPr/>
            </a:pPr>
            <a:r>
              <a:rPr lang="en-US"/>
              <a:t>Click to edit Master text styles</a:t>
            </a:r>
            <a:endParaRPr/>
          </a:p>
        </p:txBody>
      </p:sp>
      <p:sp>
        <p:nvSpPr>
          <p:cNvPr id="2138273675" name="Picture Placeholder 36"/>
          <p:cNvSpPr>
            <a:spLocks noGrp="1"/>
          </p:cNvSpPr>
          <p:nvPr>
            <p:ph type="pic" sz="quarter" idx="20"/>
          </p:nvPr>
        </p:nvSpPr>
        <p:spPr bwMode="auto">
          <a:xfrm>
            <a:off x="878337" y="2555550"/>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fill="norm" stroke="1" extrusionOk="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pPr>
              <a:defRPr/>
            </a:pPr>
            <a:r>
              <a:rPr lang="en-US"/>
              <a:t>Click icon to add picture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userDrawn="1">
  <p:cSld name="1_Custom Layout">
    <p:spTree>
      <p:nvGrpSpPr>
        <p:cNvPr id="1" name=""/>
        <p:cNvGrpSpPr/>
        <p:nvPr/>
      </p:nvGrpSpPr>
      <p:grpSpPr bwMode="auto">
        <a:xfrm>
          <a:off x="0" y="0"/>
          <a:ext cx="0" cy="0"/>
          <a:chOff x="0" y="0"/>
          <a:chExt cx="0" cy="0"/>
        </a:xfrm>
      </p:grpSpPr>
      <p:sp>
        <p:nvSpPr>
          <p:cNvPr id="125153972" name="Picture Placeholder 21"/>
          <p:cNvSpPr>
            <a:spLocks noGrp="1"/>
          </p:cNvSpPr>
          <p:nvPr>
            <p:ph type="pic" sz="quarter" idx="10"/>
          </p:nvPr>
        </p:nvSpPr>
        <p:spPr bwMode="auto">
          <a:xfrm>
            <a:off x="0" y="0"/>
            <a:ext cx="12192000" cy="6858000"/>
          </a:xfrm>
          <a:prstGeom prst="rect">
            <a:avLst/>
          </a:prstGeom>
        </p:spPr>
        <p:txBody>
          <a:bodyPr/>
          <a:lstStyle/>
          <a:p>
            <a:pPr>
              <a:defRPr/>
            </a:pPr>
            <a:r>
              <a:rPr lang="en-US"/>
              <a:t>Click icon to add picture</a:t>
            </a:r>
            <a:endParaRPr lang="en-US"/>
          </a:p>
        </p:txBody>
      </p:sp>
      <p:sp>
        <p:nvSpPr>
          <p:cNvPr id="1655514498" name="Rectangle 1" descr="Tall office building looking up"/>
          <p:cNvSpPr/>
          <p:nvPr userDrawn="1"/>
        </p:nvSpPr>
        <p:spPr bwMode="auto">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30107697" name="Text Placeholder 23"/>
          <p:cNvSpPr>
            <a:spLocks noGrp="1"/>
          </p:cNvSpPr>
          <p:nvPr>
            <p:ph type="body" sz="quarter" idx="11" hasCustomPrompt="1"/>
          </p:nvPr>
        </p:nvSpPr>
        <p:spPr bwMode="auto">
          <a:xfrm>
            <a:off x="4149139" y="4859469"/>
            <a:ext cx="3924934" cy="490538"/>
          </a:xfrm>
          <a:prstGeom prst="rect">
            <a:avLst/>
          </a:prstGeom>
        </p:spPr>
        <p:txBody>
          <a:bodyPr/>
          <a:lstStyle>
            <a:lvl1pPr algn="r">
              <a:buNone/>
              <a:defRPr lang="en-US" sz="2400" b="1">
                <a:solidFill>
                  <a:schemeClr val="accent4"/>
                </a:solidFill>
                <a:latin typeface="Calibri"/>
                <a:ea typeface="+mn-ea"/>
                <a:cs typeface="Calibri"/>
              </a:defRPr>
            </a:lvl1pPr>
            <a:lvl2pPr>
              <a:buNone/>
              <a:defRPr/>
            </a:lvl2pPr>
          </a:lstStyle>
          <a:p>
            <a:pPr lvl="0">
              <a:defRPr/>
            </a:pPr>
            <a:r>
              <a:rPr lang="en-US"/>
              <a:t>Click to edit text</a:t>
            </a:r>
            <a:endParaRPr/>
          </a:p>
        </p:txBody>
      </p:sp>
      <p:sp>
        <p:nvSpPr>
          <p:cNvPr id="1986653862" name="Title 1"/>
          <p:cNvSpPr>
            <a:spLocks noGrp="1"/>
          </p:cNvSpPr>
          <p:nvPr>
            <p:ph type="title"/>
          </p:nvPr>
        </p:nvSpPr>
        <p:spPr bwMode="auto">
          <a:xfrm>
            <a:off x="4149139" y="1529685"/>
            <a:ext cx="3924934" cy="1695637"/>
          </a:xfrm>
          <a:prstGeom prst="rect">
            <a:avLst/>
          </a:prstGeom>
        </p:spPr>
        <p:txBody>
          <a:bodyPr/>
          <a:lstStyle>
            <a:lvl1pPr>
              <a:spcBef>
                <a:spcPts val="1000"/>
              </a:spcBef>
              <a:defRPr sz="4800" b="1">
                <a:solidFill>
                  <a:schemeClr val="bg1"/>
                </a:solidFill>
              </a:defRPr>
            </a:lvl1pPr>
          </a:lstStyle>
          <a:p>
            <a:pPr>
              <a:defRPr/>
            </a:pPr>
            <a:r>
              <a:rPr lang="en-US"/>
              <a:t>Click to edit Master title style</a:t>
            </a:r>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grpSp>
        <p:nvGrpSpPr>
          <p:cNvPr id="398608457" name="Group 43"/>
          <p:cNvGrpSpPr/>
          <p:nvPr/>
        </p:nvGrpSpPr>
        <p:grpSpPr bwMode="auto">
          <a:xfrm>
            <a:off x="0" y="-8467"/>
            <a:ext cx="12192000" cy="6866466"/>
            <a:chOff x="0" y="-8467"/>
            <a:chExt cx="12192000" cy="6866466"/>
          </a:xfrm>
        </p:grpSpPr>
        <p:cxnSp>
          <p:nvCxnSpPr>
            <p:cNvPr id="20" name="Straight Connector 19"/>
            <p:cNvCxnSpPr/>
            <p:nvPr/>
          </p:nvCxnSpPr>
          <p:spPr bwMode="auto">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bwMode="auto">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bwMode="auto">
            <a:xfrm>
              <a:off x="9181476" y="-8467"/>
              <a:ext cx="3007349" cy="6866466"/>
            </a:xfrm>
            <a:custGeom>
              <a:avLst/>
              <a:gdLst/>
              <a:ahLst/>
              <a:cxnLst/>
              <a:rect l="l" t="t" r="r" b="b"/>
              <a:pathLst>
                <a:path w="3007349" h="6866467" fill="norm" stroke="1" extrusionOk="0">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bwMode="auto">
            <a:xfrm>
              <a:off x="9603442" y="-8467"/>
              <a:ext cx="2588558" cy="6866466"/>
            </a:xfrm>
            <a:custGeom>
              <a:avLst/>
              <a:gdLst/>
              <a:ahLst/>
              <a:cxnLst/>
              <a:rect l="l" t="t" r="r" b="b"/>
              <a:pathLst>
                <a:path w="2573311" h="6866467" fill="norm" stroke="1" extrusionOk="0">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bwMode="auto">
            <a:xfrm>
              <a:off x="8932333" y="3048000"/>
              <a:ext cx="3259666"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bwMode="auto">
            <a:xfrm>
              <a:off x="9334500" y="-8467"/>
              <a:ext cx="2854326" cy="6866466"/>
            </a:xfrm>
            <a:custGeom>
              <a:avLst/>
              <a:gdLst/>
              <a:ahLst/>
              <a:cxnLst/>
              <a:rect l="l" t="t" r="r" b="b"/>
              <a:pathLst>
                <a:path w="2858013" h="6866467" fill="norm" stroke="1" extrusionOk="0">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bwMode="auto">
            <a:xfrm>
              <a:off x="10898730" y="-8467"/>
              <a:ext cx="1290094" cy="6866466"/>
            </a:xfrm>
            <a:custGeom>
              <a:avLst/>
              <a:gdLst/>
              <a:ahLst/>
              <a:cxnLst/>
              <a:rect l="l" t="t" r="r" b="b"/>
              <a:pathLst>
                <a:path w="1290094" h="6858000" fill="norm" stroke="1" extrusionOk="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bwMode="auto">
            <a:xfrm>
              <a:off x="10938999" y="-8467"/>
              <a:ext cx="1249825" cy="6866466"/>
            </a:xfrm>
            <a:custGeom>
              <a:avLst/>
              <a:gdLst/>
              <a:ahLst/>
              <a:cxnLst/>
              <a:rect l="l" t="t" r="r" b="b"/>
              <a:pathLst>
                <a:path w="1249825" h="6858000" fill="norm" stroke="1" extrusionOk="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bwMode="auto">
            <a:xfrm>
              <a:off x="10371666" y="3589867"/>
              <a:ext cx="1817158"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bwMode="auto">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658179419" name="Title Placeholder 1"/>
          <p:cNvSpPr>
            <a:spLocks noGrp="1"/>
          </p:cNvSpPr>
          <p:nvPr>
            <p:ph type="title"/>
          </p:nvPr>
        </p:nvSpPr>
        <p:spPr bwMode="auto">
          <a:xfrm>
            <a:off x="677334" y="609600"/>
            <a:ext cx="8596668" cy="1320800"/>
          </a:xfrm>
          <a:prstGeom prst="rect">
            <a:avLst/>
          </a:prstGeom>
        </p:spPr>
        <p:txBody>
          <a:bodyPr vert="horz" lIns="91440" tIns="45720" rIns="91440" bIns="45720" rtlCol="0" anchor="t">
            <a:normAutofit/>
          </a:bodyPr>
          <a:lstStyle/>
          <a:p>
            <a:pPr>
              <a:defRPr/>
            </a:pPr>
            <a:r>
              <a:rPr lang="en-US"/>
              <a:t>Click to edit Master title style</a:t>
            </a:r>
            <a:endParaRPr lang="en-US"/>
          </a:p>
        </p:txBody>
      </p:sp>
      <p:sp>
        <p:nvSpPr>
          <p:cNvPr id="2051632890" name="Text Placeholder 2"/>
          <p:cNvSpPr>
            <a:spLocks noGrp="1"/>
          </p:cNvSpPr>
          <p:nvPr>
            <p:ph type="body" idx="1"/>
          </p:nvPr>
        </p:nvSpPr>
        <p:spPr bwMode="auto">
          <a:xfrm>
            <a:off x="677334" y="2160589"/>
            <a:ext cx="8596668" cy="388077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94535195" name="Date Placeholder 3"/>
          <p:cNvSpPr>
            <a:spLocks noGrp="1"/>
          </p:cNvSpPr>
          <p:nvPr>
            <p:ph type="dt" sz="half" idx="2"/>
          </p:nvPr>
        </p:nvSpPr>
        <p:spPr bwMode="auto">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B61BEF0D-F0BB-DE4B-95CE-6DB70DBA9567}" type="datetimeFigureOut">
              <a:rPr lang="en-US"/>
              <a:t>9/2/2026</a:t>
            </a:fld>
            <a:endParaRPr lang="en-US"/>
          </a:p>
        </p:txBody>
      </p:sp>
      <p:sp>
        <p:nvSpPr>
          <p:cNvPr id="2027069096" name="Footer Placeholder 4"/>
          <p:cNvSpPr>
            <a:spLocks noGrp="1"/>
          </p:cNvSpPr>
          <p:nvPr>
            <p:ph type="ftr" sz="quarter" idx="3"/>
          </p:nvPr>
        </p:nvSpPr>
        <p:spPr bwMode="auto">
          <a:xfrm>
            <a:off x="677334" y="6041362"/>
            <a:ext cx="6297611"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75302090" name="Slide Number Placeholder 5"/>
          <p:cNvSpPr>
            <a:spLocks noGrp="1"/>
          </p:cNvSpPr>
          <p:nvPr>
            <p:ph type="sldNum" sz="quarter" idx="4"/>
          </p:nvPr>
        </p:nvSpPr>
        <p:spPr bwMode="auto">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a:defRPr/>
            </a:pPr>
            <a:fld id="{D57F1E4F-1CFF-5643-939E-217C01CDF565}" type="slidenum">
              <a:rPr lang="en-US"/>
              <a:t>‹#›</a:t>
            </a:fld>
            <a:endParaRPr lang="en-US"/>
          </a:p>
        </p:txBody>
      </p:sp>
      <p:sp>
        <p:nvSpPr>
          <p:cNvPr id="214356024" name="Date Placeholder 3"/>
          <p:cNvSpPr txBox="1"/>
          <p:nvPr userDrawn="1"/>
        </p:nvSpPr>
        <p:spPr bwMode="auto">
          <a:xfrm>
            <a:off x="660396" y="6378906"/>
            <a:ext cx="27432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57BD5F78-1C10-49D6-8616-C9F20406C112}" type="datetime1">
              <a:rPr lang="en-US" sz="1100">
                <a:solidFill>
                  <a:schemeClr val="accent2"/>
                </a:solidFill>
              </a:rPr>
              <a:t>9/2/2026</a:t>
            </a:fld>
            <a:endParaRPr lang="en-US" sz="1100">
              <a:solidFill>
                <a:schemeClr val="accent2"/>
              </a:solidFill>
            </a:endParaRPr>
          </a:p>
        </p:txBody>
      </p:sp>
      <p:sp>
        <p:nvSpPr>
          <p:cNvPr id="1676296681" name="Footer Placeholder 4"/>
          <p:cNvSpPr txBox="1"/>
          <p:nvPr userDrawn="1"/>
        </p:nvSpPr>
        <p:spPr bwMode="auto">
          <a:xfrm>
            <a:off x="1445526" y="6378906"/>
            <a:ext cx="41148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l">
              <a:defRPr/>
            </a:pPr>
            <a:r>
              <a:rPr lang="en-US" sz="1100" b="1">
                <a:solidFill>
                  <a:schemeClr val="accent2"/>
                </a:solidFill>
              </a:rPr>
              <a:t>Annual Review</a:t>
            </a:r>
            <a:endParaRPr/>
          </a:p>
        </p:txBody>
      </p:sp>
      <p:sp>
        <p:nvSpPr>
          <p:cNvPr id="480186971" name="Slide Number Placeholder 5"/>
          <p:cNvSpPr txBox="1"/>
          <p:nvPr userDrawn="1"/>
        </p:nvSpPr>
        <p:spPr bwMode="auto">
          <a:xfrm>
            <a:off x="8805338" y="6378906"/>
            <a:ext cx="2743200" cy="365125"/>
          </a:xfrm>
          <a:prstGeom prst="rect">
            <a:avLst/>
          </a:prstGeom>
        </p:spPr>
        <p:txBody>
          <a:bodyPr anchor="ctr"/>
          <a:ls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r">
              <a:defRPr/>
            </a:pPr>
            <a:fld id="{2C18C1E5-FB55-42F5-BD6D-9CC153FCDBE6}" type="slidenum">
              <a:rPr lang="en-US" sz="1100">
                <a:solidFill>
                  <a:schemeClr val="accent4"/>
                </a:solidFill>
              </a:rPr>
              <a:t>‹#›</a:t>
            </a:fld>
            <a:endParaRPr lang="en-US" sz="110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1"/>
  <p:txStyles>
    <p:titleStyle>
      <a:lvl1pPr algn="l" defTabSz="457200" rtl="0">
        <a:spcBef>
          <a:spcPts val="0"/>
        </a:spcBef>
        <a:buNone/>
        <a:defRPr sz="3600">
          <a:solidFill>
            <a:schemeClr val="accent1"/>
          </a:solidFill>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p:titleStyle>
    <p:bodyStyle>
      <a:lvl1pPr marL="342900" indent="-342900" algn="l" defTabSz="457200" rtl="0">
        <a:spcBef>
          <a:spcPts val="1000"/>
        </a:spcBef>
        <a:spcAft>
          <a:spcPts val="0"/>
        </a:spcAft>
        <a:buClr>
          <a:schemeClr val="accent1"/>
        </a:buClr>
        <a:buSzPct val="80000"/>
        <a:buFont typeface="Wingdings 3"/>
        <a:buChar char=""/>
        <a:defRPr sz="1800">
          <a:solidFill>
            <a:schemeClr val="tx1">
              <a:lumMod val="75000"/>
              <a:lumOff val="25000"/>
            </a:schemeClr>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3.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3589005" name="Text Placeholder 1"/>
          <p:cNvSpPr>
            <a:spLocks noGrp="1"/>
          </p:cNvSpPr>
          <p:nvPr>
            <p:ph type="body" sz="quarter" idx="11"/>
          </p:nvPr>
        </p:nvSpPr>
        <p:spPr bwMode="auto">
          <a:xfrm flipH="0" flipV="0">
            <a:off x="386797" y="3583913"/>
            <a:ext cx="9923317" cy="861496"/>
          </a:xfrm>
          <a:prstGeom prst="rect">
            <a:avLst/>
          </a:prstGeom>
          <a:gradFill>
            <a:gsLst>
              <a:gs pos="0">
                <a:schemeClr val="accent3"/>
              </a:gs>
              <a:gs pos="100000">
                <a:srgbClr val="FFFFFF"/>
              </a:gs>
            </a:gsLst>
            <a:lin ang="0" scaled="1"/>
          </a:gradFill>
        </p:spPr>
        <p:txBody>
          <a:bodyPr vertOverflow="overflow" horzOverflow="overflow" vert="horz" wrap="square" lIns="91440" tIns="45720" rIns="91440" bIns="45720" numCol="1" spcCol="0" rtlCol="0" fromWordArt="0" anchor="t" anchorCtr="0" forceAA="0" upright="0" compatLnSpc="0">
            <a:normAutofit fontScale="65000" lnSpcReduction="7000"/>
          </a:bodyPr>
          <a:lstStyle/>
          <a:p>
            <a:pPr algn="r">
              <a:defRPr/>
            </a:pPr>
            <a:endParaRPr lang="en-US" sz="1400" b="0">
              <a:solidFill>
                <a:schemeClr val="tx1"/>
              </a:solidFill>
            </a:endParaRPr>
          </a:p>
          <a:p>
            <a:pPr algn="ctr">
              <a:defRPr/>
            </a:pPr>
            <a:r>
              <a:rPr lang="en-US" sz="2200" b="0">
                <a:solidFill>
                  <a:schemeClr val="tx1"/>
                </a:solidFill>
                <a:latin typeface="Calibri"/>
                <a:ea typeface="Calibri"/>
                <a:cs typeface="Calibri"/>
              </a:rPr>
              <a:t>               </a:t>
            </a:r>
            <a:r>
              <a:rPr lang="en-US" sz="2400" b="0">
                <a:solidFill>
                  <a:schemeClr val="tx1"/>
                </a:solidFill>
                <a:latin typeface="Arial Black"/>
                <a:ea typeface="Arial Black"/>
                <a:cs typeface="Arial Black"/>
              </a:rPr>
              <a:t>             Mamidi Durga BhavanI</a:t>
            </a:r>
            <a:endParaRPr sz="2400" b="0">
              <a:solidFill>
                <a:schemeClr val="tx1"/>
              </a:solidFill>
              <a:latin typeface="Arial Black"/>
              <a:cs typeface="Arial Black"/>
            </a:endParaRPr>
          </a:p>
          <a:p>
            <a:pPr algn="ctr">
              <a:defRPr/>
            </a:pPr>
            <a:r>
              <a:rPr lang="en-US" sz="2200" b="0">
                <a:solidFill>
                  <a:schemeClr val="tx1"/>
                </a:solidFill>
                <a:latin typeface="Calibri"/>
                <a:ea typeface="Calibri"/>
                <a:cs typeface="Calibri"/>
              </a:rPr>
              <a:t>                                 </a:t>
            </a:r>
            <a:r>
              <a:rPr lang="en-US" sz="2200" b="0">
                <a:solidFill>
                  <a:schemeClr val="tx1"/>
                </a:solidFill>
                <a:latin typeface="Arial Black"/>
                <a:ea typeface="Arial Black"/>
                <a:cs typeface="Arial Black"/>
              </a:rPr>
              <a:t> </a:t>
            </a:r>
            <a:r>
              <a:rPr lang="en-US" sz="2200" b="0">
                <a:solidFill>
                  <a:schemeClr val="tx1"/>
                </a:solidFill>
                <a:latin typeface="Arial Black"/>
                <a:ea typeface="Arial Black"/>
                <a:cs typeface="Arial Black"/>
              </a:rPr>
              <a:t>SIR C R REDDY COLLEGE OF ENGINEERING</a:t>
            </a:r>
            <a:endParaRPr sz="2200" b="0">
              <a:solidFill>
                <a:schemeClr val="tx1"/>
              </a:solidFill>
              <a:latin typeface="Arial Black"/>
              <a:cs typeface="Arial Black"/>
            </a:endParaRPr>
          </a:p>
        </p:txBody>
      </p:sp>
      <p:sp>
        <p:nvSpPr>
          <p:cNvPr id="743846878" name="Title 3"/>
          <p:cNvSpPr>
            <a:spLocks noGrp="1"/>
          </p:cNvSpPr>
          <p:nvPr>
            <p:ph type="title"/>
          </p:nvPr>
        </p:nvSpPr>
        <p:spPr bwMode="auto">
          <a:xfrm flipH="0" flipV="0">
            <a:off x="811774" y="2844749"/>
            <a:ext cx="9621864" cy="743447"/>
          </a:xfrm>
        </p:spPr>
        <p:txBody>
          <a:bodyPr vertOverflow="overflow" horzOverflow="overflow" vert="horz" wrap="square" lIns="91440" tIns="45720" rIns="91440" bIns="45720" numCol="1" spcCol="0" rtlCol="0" fromWordArt="0" anchor="t" anchorCtr="0" forceAA="0" upright="0" compatLnSpc="0">
            <a:normAutofit/>
          </a:bodyPr>
          <a:lstStyle/>
          <a:p>
            <a:pPr algn="ctr">
              <a:defRPr/>
            </a:pPr>
            <a:r>
              <a:rPr lang="en-US" sz="2600">
                <a:latin typeface="Arial Black"/>
                <a:ea typeface="Arial Black"/>
                <a:cs typeface="Arial Black"/>
              </a:rPr>
              <a:t>            </a:t>
            </a:r>
            <a:r>
              <a:rPr sz="2600" b="0" i="0" u="none">
                <a:solidFill>
                  <a:srgbClr val="7030A0"/>
                </a:solidFill>
                <a:latin typeface="Arial Black"/>
                <a:ea typeface="Arial Black"/>
                <a:cs typeface="Arial Black"/>
              </a:rPr>
              <a:t>Seasonal Agriculture Performance Analysis</a:t>
            </a:r>
            <a:endParaRPr sz="2600">
              <a:latin typeface="Arial Black"/>
              <a:cs typeface="Arial Black"/>
            </a:endParaRPr>
          </a:p>
        </p:txBody>
      </p:sp>
      <p:sp>
        <p:nvSpPr>
          <p:cNvPr id="350596368" name="Text Placeholder 1"/>
          <p:cNvSpPr txBox="1"/>
          <p:nvPr/>
        </p:nvSpPr>
        <p:spPr bwMode="auto">
          <a:xfrm>
            <a:off x="6400800" y="2794001"/>
            <a:ext cx="3312160" cy="861497"/>
          </a:xfrm>
          <a:prstGeom prst="rect">
            <a:avLst/>
          </a:prstGeom>
        </p:spPr>
        <p:txBody>
          <a:bodyPr vert="horz" lIns="91440" tIns="45720" rIns="91440" bIns="45720" rtlCol="0">
            <a:normAutofit/>
          </a:bodyPr>
          <a:lstStyle>
            <a:lvl1pPr marL="0" indent="0" algn="l" defTabSz="457200" rtl="0">
              <a:spcBef>
                <a:spcPts val="1000"/>
              </a:spcBef>
              <a:spcAft>
                <a:spcPts val="0"/>
              </a:spcAft>
              <a:buClr>
                <a:schemeClr val="accent1"/>
              </a:buClr>
              <a:buSzPct val="80000"/>
              <a:buFont typeface="Wingdings 3"/>
              <a:buNone/>
              <a:defRPr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None/>
              <a:defRPr sz="20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400"/>
          </a:p>
        </p:txBody>
      </p:sp>
      <p:pic>
        <p:nvPicPr>
          <p:cNvPr id="523642940" name="Picture 5"/>
          <p:cNvPicPr>
            <a:picLocks noChangeAspect="1"/>
          </p:cNvPicPr>
          <p:nvPr/>
        </p:nvPicPr>
        <p:blipFill>
          <a:blip r:embed="rId3"/>
          <a:srcRect l="0" t="96181" r="0" b="0"/>
          <a:stretch/>
        </p:blipFill>
        <p:spPr bwMode="auto">
          <a:xfrm>
            <a:off x="675957" y="6471919"/>
            <a:ext cx="2143125" cy="193040"/>
          </a:xfrm>
          <a:prstGeom prst="rect">
            <a:avLst/>
          </a:prstGeom>
        </p:spPr>
      </p:pic>
      <p:sp>
        <p:nvSpPr>
          <p:cNvPr id="238938761" name="TextBox 2"/>
          <p:cNvSpPr txBox="1"/>
          <p:nvPr/>
        </p:nvSpPr>
        <p:spPr bwMode="auto">
          <a:xfrm flipH="0" flipV="0">
            <a:off x="957405" y="4576468"/>
            <a:ext cx="9108995" cy="396599"/>
          </a:xfrm>
          <a:prstGeom prst="rect">
            <a:avLst/>
          </a:prstGeom>
          <a:gradFill>
            <a:gsLst>
              <a:gs pos="0">
                <a:schemeClr val="accent3"/>
              </a:gs>
              <a:gs pos="100000">
                <a:srgbClr val="FFFFFF"/>
              </a:gs>
            </a:gsLst>
            <a:lin ang="0" scaled="1"/>
          </a:gradFill>
        </p:spPr>
        <p:txBody>
          <a:bodyPr wrap="square" rtlCol="0">
            <a:spAutoFit/>
          </a:bodyPr>
          <a:lstStyle/>
          <a:p>
            <a:pPr>
              <a:defRPr/>
            </a:pPr>
            <a:r>
              <a:rPr lang="en-US" b="1"/>
              <a:t>                                    AICTE STU ID : </a:t>
            </a:r>
            <a:r>
              <a:rPr sz="2000" b="1" i="0" u="none">
                <a:solidFill>
                  <a:srgbClr val="475569"/>
                </a:solidFill>
                <a:latin typeface="Arial"/>
                <a:ea typeface="Arial"/>
                <a:cs typeface="Arial"/>
              </a:rPr>
              <a:t> </a:t>
            </a:r>
            <a:r>
              <a:rPr sz="2000" b="1" i="0" u="none">
                <a:solidFill>
                  <a:srgbClr val="020617"/>
                </a:solidFill>
                <a:latin typeface="Arial"/>
                <a:ea typeface="Arial"/>
                <a:cs typeface="Arial"/>
              </a:rPr>
              <a:t>STU6a49e6f5614011783228149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43846878"/>
                                        </p:tgtEl>
                                        <p:attrNameLst>
                                          <p:attrName>style.visibility</p:attrName>
                                        </p:attrNameLst>
                                      </p:cBhvr>
                                      <p:to>
                                        <p:strVal val="visible"/>
                                      </p:to>
                                    </p:set>
                                    <p:animEffect transition="in" filter="wipe(down)">
                                      <p:cBhvr>
                                        <p:cTn id="7" dur="580">
                                          <p:stCondLst>
                                            <p:cond delay="0"/>
                                          </p:stCondLst>
                                        </p:cTn>
                                        <p:tgtEl>
                                          <p:spTgt spid="743846878"/>
                                        </p:tgtEl>
                                      </p:cBhvr>
                                    </p:animEffect>
                                    <p:anim calcmode="lin" valueType="num">
                                      <p:cBhvr>
                                        <p:cTn id="8" dur="1822" tmFilter="0,0; 0.14,0.36; 0.43,0.73; 0.71,0.91; 1.0,1.0">
                                          <p:stCondLst>
                                            <p:cond delay="0"/>
                                          </p:stCondLst>
                                        </p:cTn>
                                        <p:tgtEl>
                                          <p:spTgt spid="74384687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4384687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4384687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4384687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43846878"/>
                                        </p:tgtEl>
                                        <p:attrNameLst>
                                          <p:attrName>ppt_y</p:attrName>
                                        </p:attrNameLst>
                                      </p:cBhvr>
                                      <p:tavLst>
                                        <p:tav tm="0" fmla="#ppt_y-sin(pi*$)/81">
                                          <p:val>
                                            <p:fltVal val="0"/>
                                          </p:val>
                                        </p:tav>
                                        <p:tav tm="100000">
                                          <p:val>
                                            <p:fltVal val="1"/>
                                          </p:val>
                                        </p:tav>
                                      </p:tavLst>
                                    </p:anim>
                                    <p:animScale>
                                      <p:cBhvr>
                                        <p:cTn id="13" dur="26">
                                          <p:stCondLst>
                                            <p:cond delay="650"/>
                                          </p:stCondLst>
                                        </p:cTn>
                                        <p:tgtEl>
                                          <p:spTgt spid="743846878"/>
                                        </p:tgtEl>
                                      </p:cBhvr>
                                      <p:to x="100000" y="60000"/>
                                    </p:animScale>
                                    <p:animScale>
                                      <p:cBhvr>
                                        <p:cTn id="14" dur="166" decel="50000">
                                          <p:stCondLst>
                                            <p:cond delay="676"/>
                                          </p:stCondLst>
                                        </p:cTn>
                                        <p:tgtEl>
                                          <p:spTgt spid="743846878"/>
                                        </p:tgtEl>
                                      </p:cBhvr>
                                      <p:to x="100000" y="100000"/>
                                    </p:animScale>
                                    <p:animScale>
                                      <p:cBhvr>
                                        <p:cTn id="15" dur="26">
                                          <p:stCondLst>
                                            <p:cond delay="1312"/>
                                          </p:stCondLst>
                                        </p:cTn>
                                        <p:tgtEl>
                                          <p:spTgt spid="743846878"/>
                                        </p:tgtEl>
                                      </p:cBhvr>
                                      <p:to x="100000" y="80000"/>
                                    </p:animScale>
                                    <p:animScale>
                                      <p:cBhvr>
                                        <p:cTn id="16" dur="166" decel="50000">
                                          <p:stCondLst>
                                            <p:cond delay="1338"/>
                                          </p:stCondLst>
                                        </p:cTn>
                                        <p:tgtEl>
                                          <p:spTgt spid="743846878"/>
                                        </p:tgtEl>
                                      </p:cBhvr>
                                      <p:to x="100000" y="100000"/>
                                    </p:animScale>
                                    <p:animScale>
                                      <p:cBhvr>
                                        <p:cTn id="17" dur="26">
                                          <p:stCondLst>
                                            <p:cond delay="1642"/>
                                          </p:stCondLst>
                                        </p:cTn>
                                        <p:tgtEl>
                                          <p:spTgt spid="743846878"/>
                                        </p:tgtEl>
                                      </p:cBhvr>
                                      <p:to x="100000" y="90000"/>
                                    </p:animScale>
                                    <p:animScale>
                                      <p:cBhvr>
                                        <p:cTn id="18" dur="166" decel="50000">
                                          <p:stCondLst>
                                            <p:cond delay="1668"/>
                                          </p:stCondLst>
                                        </p:cTn>
                                        <p:tgtEl>
                                          <p:spTgt spid="743846878"/>
                                        </p:tgtEl>
                                      </p:cBhvr>
                                      <p:to x="100000" y="100000"/>
                                    </p:animScale>
                                    <p:animScale>
                                      <p:cBhvr>
                                        <p:cTn id="19" dur="26">
                                          <p:stCondLst>
                                            <p:cond delay="1808"/>
                                          </p:stCondLst>
                                        </p:cTn>
                                        <p:tgtEl>
                                          <p:spTgt spid="743846878"/>
                                        </p:tgtEl>
                                      </p:cBhvr>
                                      <p:to x="100000" y="95000"/>
                                    </p:animScale>
                                    <p:animScale>
                                      <p:cBhvr>
                                        <p:cTn id="20" dur="166" decel="50000">
                                          <p:stCondLst>
                                            <p:cond delay="1834"/>
                                          </p:stCondLst>
                                        </p:cTn>
                                        <p:tgtEl>
                                          <p:spTgt spid="743846878"/>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350596368"/>
                                        </p:tgtEl>
                                        <p:attrNameLst>
                                          <p:attrName>style.visibility</p:attrName>
                                        </p:attrNameLst>
                                      </p:cBhvr>
                                      <p:to>
                                        <p:strVal val="visible"/>
                                      </p:to>
                                    </p:set>
                                    <p:anim calcmode="lin" valueType="num">
                                      <p:cBhvr>
                                        <p:cTn id="25" dur="500" fill="hold"/>
                                        <p:tgtEl>
                                          <p:spTgt spid="350596368"/>
                                        </p:tgtEl>
                                        <p:attrNameLst>
                                          <p:attrName>ppt_w</p:attrName>
                                        </p:attrNameLst>
                                      </p:cBhvr>
                                      <p:tavLst>
                                        <p:tav tm="0">
                                          <p:val>
                                            <p:fltVal val="0"/>
                                          </p:val>
                                        </p:tav>
                                        <p:tav tm="100000">
                                          <p:val>
                                            <p:strVal val="#ppt_w"/>
                                          </p:val>
                                        </p:tav>
                                      </p:tavLst>
                                    </p:anim>
                                    <p:anim calcmode="lin" valueType="num">
                                      <p:cBhvr>
                                        <p:cTn id="26" dur="500" fill="hold"/>
                                        <p:tgtEl>
                                          <p:spTgt spid="350596368"/>
                                        </p:tgtEl>
                                        <p:attrNameLst>
                                          <p:attrName>ppt_h</p:attrName>
                                        </p:attrNameLst>
                                      </p:cBhvr>
                                      <p:tavLst>
                                        <p:tav tm="0">
                                          <p:val>
                                            <p:fltVal val="0"/>
                                          </p:val>
                                        </p:tav>
                                        <p:tav tm="100000">
                                          <p:val>
                                            <p:strVal val="#ppt_h"/>
                                          </p:val>
                                        </p:tav>
                                      </p:tavLst>
                                    </p:anim>
                                    <p:animEffect transition="in" filter="fade">
                                      <p:cBhvr>
                                        <p:cTn id="27" dur="500"/>
                                        <p:tgtEl>
                                          <p:spTgt spid="350596368"/>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143589005">
                                            <p:txEl>
                                              <p:pRg st="0" end="0"/>
                                            </p:txEl>
                                          </p:spTgt>
                                        </p:tgtEl>
                                        <p:attrNameLst>
                                          <p:attrName>style.visibility</p:attrName>
                                        </p:attrNameLst>
                                      </p:cBhvr>
                                      <p:to>
                                        <p:strVal val="visible"/>
                                      </p:to>
                                    </p:set>
                                    <p:animEffect transition="in" filter="randombar(horizontal)">
                                      <p:cBhvr>
                                        <p:cTn id="32" dur="500"/>
                                        <p:tgtEl>
                                          <p:spTgt spid="114358900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143589005">
                                            <p:txEl>
                                              <p:pRg st="1" end="1"/>
                                            </p:txEl>
                                          </p:spTgt>
                                        </p:tgtEl>
                                        <p:attrNameLst>
                                          <p:attrName>style.visibility</p:attrName>
                                        </p:attrNameLst>
                                      </p:cBhvr>
                                      <p:to>
                                        <p:strVal val="visible"/>
                                      </p:to>
                                    </p:set>
                                    <p:animEffect transition="in" filter="randombar(horizontal)">
                                      <p:cBhvr>
                                        <p:cTn id="37" dur="500"/>
                                        <p:tgtEl>
                                          <p:spTgt spid="114358900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589005" grpId="0" build="p"/>
      <p:bldP spid="743846878" grpId="0"/>
      <p:bldP spid="350596368"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2719546" name="Text Placeholder 1"/>
          <p:cNvSpPr>
            <a:spLocks noGrp="1"/>
          </p:cNvSpPr>
          <p:nvPr>
            <p:ph type="body" sz="quarter" idx="12"/>
          </p:nvPr>
        </p:nvSpPr>
        <p:spPr bwMode="auto">
          <a:xfrm flipH="0" flipV="0">
            <a:off x="1046479" y="1875555"/>
            <a:ext cx="6431279" cy="4646647"/>
          </a:xfrm>
          <a:prstGeom prst="rect">
            <a:avLst/>
          </a:prstGeom>
          <a:solidFill>
            <a:schemeClr val="accent3"/>
          </a:solidFill>
          <a:ln w="19049">
            <a:solidFill>
              <a:schemeClr val="accent1">
                <a:lumMod val="50196"/>
              </a:schemeClr>
            </a:solidFill>
            <a:prstDash val="solid"/>
          </a:ln>
          <a:effectLst>
            <a:outerShdw blurRad="50800" sx="102000" sy="102000" algn="ctr" rotWithShape="0">
              <a:prstClr val="black">
                <a:alpha val="40000"/>
              </a:prstClr>
            </a:outerShdw>
          </a:effectLst>
        </p:spPr>
        <p:txBody>
          <a:bodyPr vertOverflow="overflow" horzOverflow="overflow" vert="horz" wrap="square" lIns="91440" tIns="45720" rIns="91440" bIns="45720" numCol="1" spcCol="0" rtlCol="0" fromWordArt="0" anchor="t" anchorCtr="0" forceAA="0" upright="0" compatLnSpc="0">
            <a:normAutofit fontScale="25000" lnSpcReduction="15000"/>
          </a:bodyPr>
          <a:lstStyle/>
          <a:p>
            <a:pPr>
              <a:lnSpc>
                <a:spcPct val="150000"/>
              </a:lnSpc>
              <a:defRPr/>
            </a:pPr>
            <a:r>
              <a:rPr sz="7200" b="0" i="0" u="none">
                <a:solidFill>
                  <a:srgbClr val="000000"/>
                </a:solidFill>
                <a:latin typeface="Times New Roman"/>
                <a:ea typeface="Times New Roman"/>
                <a:cs typeface="Times New Roman"/>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r>
              <a:rPr sz="7200" b="0" i="0" u="none">
                <a:solidFill>
                  <a:srgbClr val="000000"/>
                </a:solidFill>
                <a:latin typeface="Franklin Gothic Medium"/>
                <a:ea typeface="Franklin Gothic Medium"/>
                <a:cs typeface="Franklin Gothic Medium"/>
              </a:rPr>
              <a:t> </a:t>
            </a:r>
            <a:endParaRPr sz="7200"/>
          </a:p>
        </p:txBody>
      </p:sp>
      <p:sp>
        <p:nvSpPr>
          <p:cNvPr id="1764611165" name="Title 3"/>
          <p:cNvSpPr>
            <a:spLocks noGrp="1"/>
          </p:cNvSpPr>
          <p:nvPr>
            <p:ph type="title"/>
          </p:nvPr>
        </p:nvSpPr>
        <p:spPr bwMode="auto">
          <a:xfrm>
            <a:off x="754602" y="550417"/>
            <a:ext cx="6995604" cy="790111"/>
          </a:xfrm>
        </p:spPr>
        <p:txBody>
          <a:bodyPr>
            <a:normAutofit fontScale="90000"/>
          </a:bodyPr>
          <a:lstStyle/>
          <a:p>
            <a:pPr>
              <a:defRPr/>
            </a:pPr>
            <a:r>
              <a:rPr lang="en-US"/>
              <a:t>PROBLEM  STATEMENT</a:t>
            </a:r>
            <a:endParaRPr lang="en-IN"/>
          </a:p>
        </p:txBody>
      </p:sp>
      <p:pic>
        <p:nvPicPr>
          <p:cNvPr id="1190320112" name="Picture 4"/>
          <p:cNvPicPr>
            <a:picLocks noChangeAspect="1"/>
          </p:cNvPicPr>
          <p:nvPr/>
        </p:nvPicPr>
        <p:blipFill>
          <a:blip r:embed="rId3"/>
          <a:stretch/>
        </p:blipFill>
        <p:spPr bwMode="auto">
          <a:xfrm>
            <a:off x="7995683" y="2930834"/>
            <a:ext cx="2760758" cy="3264408"/>
          </a:xfrm>
          <a:prstGeom prst="rect">
            <a:avLst/>
          </a:prstGeom>
        </p:spPr>
      </p:pic>
      <p:pic>
        <p:nvPicPr>
          <p:cNvPr id="466770924" name="Picture 5"/>
          <p:cNvPicPr>
            <a:picLocks noChangeAspect="1"/>
          </p:cNvPicPr>
          <p:nvPr/>
        </p:nvPicPr>
        <p:blipFill>
          <a:blip r:embed="rId4"/>
          <a:srcRect l="0" t="96181" r="0" b="0"/>
          <a:stretch/>
        </p:blipFill>
        <p:spPr bwMode="auto">
          <a:xfrm>
            <a:off x="675957" y="6471919"/>
            <a:ext cx="2143125" cy="1930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64611165"/>
                                        </p:tgtEl>
                                        <p:attrNameLst>
                                          <p:attrName>style.visibility</p:attrName>
                                        </p:attrNameLst>
                                      </p:cBhvr>
                                      <p:to>
                                        <p:strVal val="visible"/>
                                      </p:to>
                                    </p:set>
                                    <p:anim calcmode="lin" valueType="num">
                                      <p:cBhvr>
                                        <p:cTn id="7" dur="500" fill="hold"/>
                                        <p:tgtEl>
                                          <p:spTgt spid="1764611165"/>
                                        </p:tgtEl>
                                        <p:attrNameLst>
                                          <p:attrName>ppt_w</p:attrName>
                                        </p:attrNameLst>
                                      </p:cBhvr>
                                      <p:tavLst>
                                        <p:tav tm="0">
                                          <p:val>
                                            <p:fltVal val="0"/>
                                          </p:val>
                                        </p:tav>
                                        <p:tav tm="100000">
                                          <p:val>
                                            <p:strVal val="#ppt_w"/>
                                          </p:val>
                                        </p:tav>
                                      </p:tavLst>
                                    </p:anim>
                                    <p:anim calcmode="lin" valueType="num">
                                      <p:cBhvr>
                                        <p:cTn id="8" dur="500" fill="hold"/>
                                        <p:tgtEl>
                                          <p:spTgt spid="1764611165"/>
                                        </p:tgtEl>
                                        <p:attrNameLst>
                                          <p:attrName>ppt_h</p:attrName>
                                        </p:attrNameLst>
                                      </p:cBhvr>
                                      <p:tavLst>
                                        <p:tav tm="0">
                                          <p:val>
                                            <p:fltVal val="0"/>
                                          </p:val>
                                        </p:tav>
                                        <p:tav tm="100000">
                                          <p:val>
                                            <p:strVal val="#ppt_h"/>
                                          </p:val>
                                        </p:tav>
                                      </p:tavLst>
                                    </p:anim>
                                    <p:animEffect transition="in" filter="fade">
                                      <p:cBhvr>
                                        <p:cTn id="9" dur="500"/>
                                        <p:tgtEl>
                                          <p:spTgt spid="176461116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32719546">
                                            <p:txEl>
                                              <p:pRg st="0" end="0"/>
                                            </p:txEl>
                                          </p:spTgt>
                                        </p:tgtEl>
                                        <p:attrNameLst>
                                          <p:attrName>style.visibility</p:attrName>
                                        </p:attrNameLst>
                                      </p:cBhvr>
                                      <p:to>
                                        <p:strVal val="visible"/>
                                      </p:to>
                                    </p:set>
                                    <p:animEffect transition="in" filter="fade">
                                      <p:cBhvr>
                                        <p:cTn id="14" dur="1000"/>
                                        <p:tgtEl>
                                          <p:spTgt spid="832719546">
                                            <p:txEl>
                                              <p:pRg st="0" end="0"/>
                                            </p:txEl>
                                          </p:spTgt>
                                        </p:tgtEl>
                                      </p:cBhvr>
                                    </p:animEffect>
                                    <p:anim calcmode="lin" valueType="num">
                                      <p:cBhvr>
                                        <p:cTn id="15" dur="1000" fill="hold"/>
                                        <p:tgtEl>
                                          <p:spTgt spid="83271954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3271954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2719546" grpId="0" build="p"/>
      <p:bldP spid="1764611165" grpId="0"/>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chemeClr val="accent1"/>
            </a:gs>
            <a:gs pos="100000">
              <a:srgbClr val="FFFFFF"/>
            </a:gs>
          </a:gsLst>
          <a:lin ang="0" scaled="1"/>
        </a:gradFill>
      </p:bgPr>
    </p:bg>
    <p:spTree>
      <p:nvGrpSpPr>
        <p:cNvPr id="1" name=""/>
        <p:cNvGrpSpPr/>
        <p:nvPr/>
      </p:nvGrpSpPr>
      <p:grpSpPr bwMode="auto">
        <a:xfrm>
          <a:off x="0" y="0"/>
          <a:ext cx="0" cy="0"/>
          <a:chOff x="0" y="0"/>
          <a:chExt cx="0" cy="0"/>
        </a:xfrm>
      </p:grpSpPr>
      <p:sp>
        <p:nvSpPr>
          <p:cNvPr id="116957998" name="Title 2"/>
          <p:cNvSpPr>
            <a:spLocks noGrp="1"/>
          </p:cNvSpPr>
          <p:nvPr>
            <p:ph type="title"/>
          </p:nvPr>
        </p:nvSpPr>
        <p:spPr bwMode="auto">
          <a:xfrm flipH="0" flipV="0">
            <a:off x="660398" y="805212"/>
            <a:ext cx="6276108" cy="4927105"/>
          </a:xfrm>
          <a:prstGeom prst="rect">
            <a:avLst/>
          </a:prstGeom>
          <a:solidFill>
            <a:schemeClr val="accent3"/>
          </a:solidFill>
          <a:ln w="19049">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a:defRPr/>
            </a:pPr>
            <a:r>
              <a:rPr lang="en-GB"/>
              <a:t>Project Description</a:t>
            </a:r>
            <a:br>
              <a:rPr lang="en-GB"/>
            </a:br>
            <a:br>
              <a:rPr lang="en-GB"/>
            </a:br>
            <a:r>
              <a:rPr sz="1800" b="0" i="0" u="none">
                <a:solidFill>
                  <a:srgbClr val="000000"/>
                </a:solidFill>
                <a:latin typeface="Times New Roman"/>
                <a:ea typeface="Times New Roman"/>
                <a:cs typeface="Times New Roman"/>
              </a:rPr>
              <a:t>The </a:t>
            </a:r>
            <a:r>
              <a:rPr sz="1800" b="1" i="0" u="none">
                <a:solidFill>
                  <a:srgbClr val="000000"/>
                </a:solidFill>
                <a:latin typeface="Times New Roman"/>
                <a:ea typeface="Times New Roman"/>
                <a:cs typeface="Times New Roman"/>
              </a:rPr>
              <a:t>Seasonal Agriculture Performance Analysis</a:t>
            </a:r>
            <a:r>
              <a:rPr sz="1800" b="0" i="0" u="none">
                <a:solidFill>
                  <a:srgbClr val="000000"/>
                </a:solidFill>
                <a:latin typeface="Times New Roman"/>
                <a:ea typeface="Times New Roman"/>
                <a:cs typeface="Times New Roman"/>
              </a:rPr>
              <a:t> project uses Data Analytics to examine how agricultural performance varies across different seasons, including </a:t>
            </a:r>
            <a:r>
              <a:rPr sz="1800" b="1" i="0" u="none">
                <a:solidFill>
                  <a:srgbClr val="000000"/>
                </a:solidFill>
                <a:latin typeface="Times New Roman"/>
                <a:ea typeface="Times New Roman"/>
                <a:cs typeface="Times New Roman"/>
              </a:rPr>
              <a:t>Kharif ,  Rabi , and Zaid</a:t>
            </a:r>
            <a:r>
              <a:rPr sz="1800" b="0" i="0" u="none">
                <a:solidFill>
                  <a:srgbClr val="000000"/>
                </a:solidFill>
                <a:latin typeface="Times New Roman"/>
                <a:ea typeface="Times New Roman"/>
                <a:cs typeface="Times New Roman"/>
              </a:rPr>
              <a:t>. The project analyzes agricultural data related to geographical regions, crops, environmental conditions, farming resources, crop yield, production, and economic performance.</a:t>
            </a:r>
            <a:endParaRPr sz="1800"/>
          </a:p>
          <a:p>
            <a:pPr>
              <a:defRPr/>
            </a:pPr>
            <a:r>
              <a:rPr sz="1800" b="0" i="0" u="none">
                <a:solidFill>
                  <a:srgbClr val="000000"/>
                </a:solidFill>
                <a:latin typeface="Times New Roman"/>
                <a:ea typeface="Times New Roman"/>
                <a:cs typeface="Times New Roman"/>
              </a:rPr>
              <a:t>The dataset is cleaned and analyzed using Python libraries such as Pandas, NumPy, Matplotlib, and Seaborn. The project compares important factors such as rainfall, temperature, soil conditions, water usage, fertilizer usage, crop yield, production, revenue, and profit across different seasons.</a:t>
            </a:r>
            <a:endParaRPr sz="1800"/>
          </a:p>
          <a:p>
            <a:pPr>
              <a:defRPr/>
            </a:pPr>
            <a:r>
              <a:rPr sz="1800" b="0" i="0" u="none">
                <a:solidFill>
                  <a:srgbClr val="000000"/>
                </a:solidFill>
                <a:latin typeface="Times New Roman"/>
                <a:ea typeface="Times New Roman"/>
                <a:cs typeface="Times New Roman"/>
              </a:rPr>
              <a:t>The analysis also identifies relationships, trends, regional variations, crop performance patterns, water efficiency, and disease and pest risks. The findings help identify meaningful seasonal differences and provide data-driven insights that can support better agricultural planning, efficient resource management, and improved farming decisions.</a:t>
            </a:r>
            <a:endParaRPr sz="1800"/>
          </a:p>
        </p:txBody>
      </p:sp>
      <p:pic>
        <p:nvPicPr>
          <p:cNvPr id="1843450145" name="Picture 4"/>
          <p:cNvPicPr>
            <a:picLocks noChangeAspect="1"/>
          </p:cNvPicPr>
          <p:nvPr/>
        </p:nvPicPr>
        <p:blipFill>
          <a:blip r:embed="rId3"/>
          <a:srcRect l="0" t="96181" r="0" b="0"/>
          <a:stretch/>
        </p:blipFill>
        <p:spPr bwMode="auto">
          <a:xfrm>
            <a:off x="675957" y="6471919"/>
            <a:ext cx="2143125" cy="1930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6957998"/>
                                        </p:tgtEl>
                                        <p:attrNameLst>
                                          <p:attrName>style.visibility</p:attrName>
                                        </p:attrNameLst>
                                      </p:cBhvr>
                                      <p:to>
                                        <p:strVal val="visible"/>
                                      </p:to>
                                    </p:set>
                                    <p:anim calcmode="lin" valueType="num">
                                      <p:cBhvr>
                                        <p:cTn id="7" dur="500" fill="hold"/>
                                        <p:tgtEl>
                                          <p:spTgt spid="116957998"/>
                                        </p:tgtEl>
                                        <p:attrNameLst>
                                          <p:attrName>ppt_w</p:attrName>
                                        </p:attrNameLst>
                                      </p:cBhvr>
                                      <p:tavLst>
                                        <p:tav tm="0">
                                          <p:val>
                                            <p:fltVal val="0"/>
                                          </p:val>
                                        </p:tav>
                                        <p:tav tm="100000">
                                          <p:val>
                                            <p:strVal val="#ppt_w"/>
                                          </p:val>
                                        </p:tav>
                                      </p:tavLst>
                                    </p:anim>
                                    <p:anim calcmode="lin" valueType="num">
                                      <p:cBhvr>
                                        <p:cTn id="8" dur="500" fill="hold"/>
                                        <p:tgtEl>
                                          <p:spTgt spid="116957998"/>
                                        </p:tgtEl>
                                        <p:attrNameLst>
                                          <p:attrName>ppt_h</p:attrName>
                                        </p:attrNameLst>
                                      </p:cBhvr>
                                      <p:tavLst>
                                        <p:tav tm="0">
                                          <p:val>
                                            <p:fltVal val="0"/>
                                          </p:val>
                                        </p:tav>
                                        <p:tav tm="100000">
                                          <p:val>
                                            <p:strVal val="#ppt_h"/>
                                          </p:val>
                                        </p:tav>
                                      </p:tavLst>
                                    </p:anim>
                                    <p:animEffect transition="in" filter="fade">
                                      <p:cBhvr>
                                        <p:cTn id="9" dur="500"/>
                                        <p:tgtEl>
                                          <p:spTgt spid="116957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957998"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55645014" name="Picture 5"/>
          <p:cNvPicPr>
            <a:picLocks noChangeAspect="1"/>
          </p:cNvPicPr>
          <p:nvPr/>
        </p:nvPicPr>
        <p:blipFill>
          <a:blip r:embed="rId3"/>
          <a:stretch/>
        </p:blipFill>
        <p:spPr bwMode="auto">
          <a:xfrm>
            <a:off x="721359" y="6176804"/>
            <a:ext cx="2181225" cy="485775"/>
          </a:xfrm>
          <a:prstGeom prst="rect">
            <a:avLst/>
          </a:prstGeom>
        </p:spPr>
      </p:pic>
      <p:pic>
        <p:nvPicPr>
          <p:cNvPr id="574732818" name=""/>
          <p:cNvPicPr>
            <a:picLocks noChangeAspect="1"/>
          </p:cNvPicPr>
          <p:nvPr/>
        </p:nvPicPr>
        <p:blipFill>
          <a:blip r:embed="rId4"/>
          <a:stretch/>
        </p:blipFill>
        <p:spPr bwMode="auto">
          <a:xfrm flipH="0" flipV="0">
            <a:off x="384818" y="138545"/>
            <a:ext cx="10854681" cy="6719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87934415" name="Picture 5"/>
          <p:cNvPicPr>
            <a:picLocks noChangeAspect="1"/>
          </p:cNvPicPr>
          <p:nvPr/>
        </p:nvPicPr>
        <p:blipFill>
          <a:blip r:embed="rId3"/>
          <a:stretch/>
        </p:blipFill>
        <p:spPr bwMode="auto">
          <a:xfrm>
            <a:off x="467359" y="6410461"/>
            <a:ext cx="3706253" cy="296092"/>
          </a:xfrm>
          <a:prstGeom prst="rect">
            <a:avLst/>
          </a:prstGeom>
        </p:spPr>
      </p:pic>
      <p:pic>
        <p:nvPicPr>
          <p:cNvPr id="1925516306" name="Picture 1"/>
          <p:cNvPicPr>
            <a:picLocks noChangeAspect="1"/>
          </p:cNvPicPr>
          <p:nvPr/>
        </p:nvPicPr>
        <p:blipFill>
          <a:blip r:embed="rId4"/>
          <a:stretch/>
        </p:blipFill>
        <p:spPr bwMode="auto">
          <a:xfrm flipH="1">
            <a:off x="50800" y="3820160"/>
            <a:ext cx="1727199" cy="3010024"/>
          </a:xfrm>
          <a:prstGeom prst="rect">
            <a:avLst/>
          </a:prstGeom>
        </p:spPr>
      </p:pic>
      <p:pic>
        <p:nvPicPr>
          <p:cNvPr id="1884763326" name=""/>
          <p:cNvPicPr>
            <a:picLocks noChangeAspect="1"/>
          </p:cNvPicPr>
          <p:nvPr/>
        </p:nvPicPr>
        <p:blipFill>
          <a:blip r:embed="rId5"/>
          <a:stretch/>
        </p:blipFill>
        <p:spPr bwMode="auto">
          <a:xfrm flipH="0" flipV="0">
            <a:off x="1777999" y="0"/>
            <a:ext cx="10512136"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60132202"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909690973" name="Title 3"/>
          <p:cNvSpPr>
            <a:spLocks noGrp="1"/>
          </p:cNvSpPr>
          <p:nvPr>
            <p:ph type="title"/>
          </p:nvPr>
        </p:nvSpPr>
        <p:spPr bwMode="auto">
          <a:xfrm flipH="0" flipV="0">
            <a:off x="675956" y="124917"/>
            <a:ext cx="8415272" cy="608975"/>
          </a:xfrm>
          <a:prstGeom prst="rect">
            <a:avLst/>
          </a:prstGeom>
          <a:gradFill>
            <a:gsLst>
              <a:gs pos="0">
                <a:schemeClr val="accent3"/>
              </a:gs>
              <a:gs pos="100000">
                <a:srgbClr val="FFFFFF"/>
              </a:gs>
            </a:gsLst>
            <a:lin ang="0" scaled="1"/>
          </a:gradFill>
          <a:ln w="12699">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normAutofit/>
          </a:bodyPr>
          <a:lstStyle/>
          <a:p>
            <a:pPr>
              <a:defRPr/>
            </a:pPr>
            <a:r>
              <a:rPr lang="en-US" sz="2600"/>
              <a:t>                 </a:t>
            </a:r>
            <a:r>
              <a:rPr lang="en-GB" sz="2600"/>
              <a:t>RESULT</a:t>
            </a:r>
            <a:r>
              <a:rPr lang="en-US" sz="2600"/>
              <a:t>1</a:t>
            </a:r>
            <a:r>
              <a:rPr sz="2600" b="0" i="0" u="none">
                <a:solidFill>
                  <a:srgbClr val="000000"/>
                </a:solidFill>
                <a:latin typeface="Times New Roman"/>
                <a:ea typeface="Times New Roman"/>
                <a:cs typeface="Times New Roman"/>
              </a:rPr>
              <a:t>: Dataset Cleaning &amp; Preparation </a:t>
            </a:r>
            <a:endParaRPr sz="2600"/>
          </a:p>
        </p:txBody>
      </p:sp>
      <p:sp>
        <p:nvSpPr>
          <p:cNvPr id="2075967435" name="Text Placeholder 30"/>
          <p:cNvSpPr txBox="1"/>
          <p:nvPr/>
        </p:nvSpPr>
        <p:spPr bwMode="auto">
          <a:xfrm flipH="0" flipV="0">
            <a:off x="320981" y="1275370"/>
            <a:ext cx="5696492" cy="666077"/>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2137758372"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095822701" name="Text Placeholder 1"/>
          <p:cNvSpPr>
            <a:spLocks noGrp="1"/>
          </p:cNvSpPr>
          <p:nvPr>
            <p:ph type="body" sz="quarter" idx="12"/>
          </p:nvPr>
        </p:nvSpPr>
        <p:spPr bwMode="auto">
          <a:xfrm flipH="0" flipV="0">
            <a:off x="5858975" y="1046188"/>
            <a:ext cx="5685324" cy="2201680"/>
          </a:xfrm>
          <a:prstGeom prst="rect">
            <a:avLst/>
          </a:prstGeom>
          <a:solidFill>
            <a:schemeClr val="accent3"/>
          </a:solidFill>
        </p:spPr>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0" indent="0">
              <a:buNone/>
              <a:defRPr/>
            </a:pPr>
            <a:r>
              <a:rPr sz="2200" b="0" i="0" u="none">
                <a:solidFill>
                  <a:srgbClr val="000000"/>
                </a:solidFill>
                <a:latin typeface="Times New Roman"/>
                <a:ea typeface="Times New Roman"/>
                <a:cs typeface="Times New Roman"/>
              </a:rPr>
              <a:t>The agricultural dataset was successfully cleaned and prepared for analysis. Missing values were handled using appropriate statistical techniques, and duplicate records were checked to ensure data quality. The cleaned dataset was then used for further seasonal, environmental, resource, and economic analysis</a:t>
            </a:r>
            <a:r>
              <a:rPr sz="2200" b="0" i="0" u="none">
                <a:solidFill>
                  <a:srgbClr val="000000"/>
                </a:solidFill>
                <a:latin typeface="Times New Roman"/>
                <a:ea typeface="Times New Roman"/>
                <a:cs typeface="Times New Roman"/>
              </a:rPr>
              <a:t>.</a:t>
            </a:r>
            <a:endParaRPr sz="2200"/>
          </a:p>
        </p:txBody>
      </p:sp>
      <p:sp>
        <p:nvSpPr>
          <p:cNvPr id="2118287346" name=""/>
          <p:cNvSpPr txBox="1"/>
          <p:nvPr/>
        </p:nvSpPr>
        <p:spPr bwMode="auto">
          <a:xfrm rot="0" flipH="0" flipV="0">
            <a:off x="2689180" y="4137909"/>
            <a:ext cx="914399"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p>
        </p:txBody>
      </p:sp>
      <p:sp>
        <p:nvSpPr>
          <p:cNvPr id="95128454" name=""/>
          <p:cNvSpPr/>
          <p:nvPr/>
        </p:nvSpPr>
        <p:spPr bwMode="auto">
          <a:xfrm flipH="0" flipV="0">
            <a:off x="5968559" y="3200400"/>
            <a:ext cx="516674" cy="5489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br>
              <a:rPr sz="1200" b="0" i="0" u="none">
                <a:solidFill>
                  <a:srgbClr val="000000"/>
                </a:solidFill>
                <a:latin typeface="Times New Roman"/>
                <a:ea typeface="Times New Roman"/>
                <a:cs typeface="Times New Roman"/>
              </a:rPr>
            </a:br>
            <a:endParaRPr/>
          </a:p>
        </p:txBody>
      </p:sp>
      <p:sp>
        <p:nvSpPr>
          <p:cNvPr id="807958602" name=""/>
          <p:cNvSpPr txBox="1"/>
          <p:nvPr/>
        </p:nvSpPr>
        <p:spPr bwMode="auto">
          <a:xfrm rot="0" flipH="0" flipV="0">
            <a:off x="7233073" y="3841229"/>
            <a:ext cx="1795696"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graphicFrame>
        <p:nvGraphicFramePr>
          <p:cNvPr id="1376900315" name=""/>
          <p:cNvGraphicFramePr>
            <a:graphicFrameLocks xmlns:a="http://schemas.openxmlformats.org/drawingml/2006/main"/>
          </p:cNvGraphicFramePr>
          <p:nvPr/>
        </p:nvGraphicFramePr>
        <p:xfrm>
          <a:off x="5858975" y="3528934"/>
          <a:ext cx="5655982" cy="8046720"/>
        </p:xfrm>
        <a:graphic>
          <a:graphicData uri="http://schemas.openxmlformats.org/drawingml/2006/table">
            <a:tbl>
              <a:tblPr firstRow="1" firstCol="1" lastRow="0" lastCol="0" bandRow="1" bandCol="0">
                <a:tableStyleId>{35758FB7-9AC5-4552-8A53-C91805E547FA}</a:tableStyleId>
              </a:tblPr>
              <a:tblGrid>
                <a:gridCol w="5761782"/>
                <a:gridCol w="455543"/>
              </a:tblGrid>
              <a:tr h="292562">
                <a:tc>
                  <a:txBody>
                    <a:bodyPr/>
                    <a:p>
                      <a:pPr>
                        <a:defRPr/>
                      </a:pPr>
                      <a:r>
                        <a:rPr sz="1200" b="1" i="0" u="none">
                          <a:solidFill>
                            <a:srgbClr val="000000"/>
                          </a:solidFill>
                          <a:latin typeface="Times New Roman"/>
                          <a:ea typeface="Times New Roman"/>
                          <a:cs typeface="Times New Roman"/>
                        </a:rPr>
                        <a:t>Pesticide_Litre_ha</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Seed_Quality_Score</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07406">
                <a:tc>
                  <a:txBody>
                    <a:bodyPr/>
                    <a:p>
                      <a:pPr>
                        <a:defRPr/>
                      </a:pPr>
                      <a:r>
                        <a:rPr sz="1200" b="1" i="0" u="none">
                          <a:solidFill>
                            <a:srgbClr val="000000"/>
                          </a:solidFill>
                          <a:latin typeface="Times New Roman"/>
                          <a:ea typeface="Times New Roman"/>
                          <a:cs typeface="Times New Roman"/>
                        </a:rPr>
                        <a:t>Yield_Tonnes_Ha</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32</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07406">
                <a:tc>
                  <a:txBody>
                    <a:bodyPr/>
                    <a:p>
                      <a:pPr>
                        <a:defRPr/>
                      </a:pPr>
                      <a:r>
                        <a:rPr sz="1200" b="1" i="0" u="none">
                          <a:solidFill>
                            <a:srgbClr val="000000"/>
                          </a:solidFill>
                          <a:latin typeface="Times New Roman"/>
                          <a:ea typeface="Times New Roman"/>
                          <a:cs typeface="Times New Roman"/>
                        </a:rPr>
                        <a:t>Production_Tonnes</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Market_Price_INR_Tonne</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Total_Cost_INR</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Revenue_INR</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Profit_INR</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Water_Used_m3</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Water_Efficiency_t_per_1000m3</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292562">
                <a:tc>
                  <a:txBody>
                    <a:bodyPr/>
                    <a:p>
                      <a:pPr>
                        <a:defRPr/>
                      </a:pPr>
                      <a:r>
                        <a:rPr sz="1200" b="1" i="0" u="none">
                          <a:solidFill>
                            <a:srgbClr val="000000"/>
                          </a:solidFill>
                          <a:latin typeface="Times New Roman"/>
                          <a:ea typeface="Times New Roman"/>
                          <a:cs typeface="Times New Roman"/>
                        </a:rPr>
                        <a:t>Disease_Pest_Risk_pct</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bl>
          </a:graphicData>
        </a:graphic>
      </p:graphicFrame>
      <p:sp>
        <p:nvSpPr>
          <p:cNvPr id="602364917" name=""/>
          <p:cNvSpPr txBox="1"/>
          <p:nvPr/>
        </p:nvSpPr>
        <p:spPr bwMode="auto">
          <a:xfrm rot="0" flipH="0" flipV="0">
            <a:off x="2548647" y="2888729"/>
            <a:ext cx="1233565"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graphicFrame>
        <p:nvGraphicFramePr>
          <p:cNvPr id="1566466905" name=""/>
          <p:cNvGraphicFramePr>
            <a:graphicFrameLocks xmlns:a="http://schemas.openxmlformats.org/drawingml/2006/main"/>
          </p:cNvGraphicFramePr>
          <p:nvPr/>
        </p:nvGraphicFramePr>
        <p:xfrm>
          <a:off x="143975" y="936885"/>
          <a:ext cx="3600000" cy="3600000"/>
        </p:xfrm>
        <a:graphic>
          <a:graphicData uri="http://schemas.openxmlformats.org/drawingml/2006/table">
            <a:tbl>
              <a:tblPr firstRow="1" firstCol="1" lastRow="0" lastCol="0" bandRow="1" bandCol="0">
                <a:tableStyleId>{35758FB7-9AC5-4552-8A53-C91805E547FA}</a:tableStyleId>
              </a:tblPr>
              <a:tblGrid>
                <a:gridCol w="4676808"/>
                <a:gridCol w="897658"/>
              </a:tblGrid>
              <a:tr h="448716">
                <a:tc>
                  <a:txBody>
                    <a:bodyPr/>
                    <a:p>
                      <a:pPr>
                        <a:defRPr/>
                      </a:pP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1"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Farm_ID</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State</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District</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Crop</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Season</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Farm_Area_Hectares</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Rainfall_mm</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48</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Avg_Temperature_C</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Humidity_pct</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Sunlight_Hours_Day</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Soil_pH</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Soil_Moisture_pct</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40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Nitrogen_kg_ha</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solidFill>
                      <a:schemeClr val="tx1"/>
                    </a:solidFill>
                  </a:tcPr>
                </a:tc>
              </a:tr>
              <a:tr h="332622">
                <a:tc>
                  <a:txBody>
                    <a:bodyPr/>
                    <a:p>
                      <a:pPr>
                        <a:defRPr/>
                      </a:pPr>
                      <a:r>
                        <a:rPr sz="1050" b="1" i="0" u="none">
                          <a:solidFill>
                            <a:srgbClr val="E3E3E3"/>
                          </a:solidFill>
                          <a:latin typeface="Arial"/>
                          <a:ea typeface="Arial"/>
                          <a:cs typeface="Arial"/>
                        </a:rPr>
                        <a:t>Phosphorus_kg_ha</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332622">
                <a:tc>
                  <a:txBody>
                    <a:bodyPr/>
                    <a:p>
                      <a:pPr>
                        <a:defRPr/>
                      </a:pPr>
                      <a:r>
                        <a:rPr sz="1050" b="1" i="0" u="none">
                          <a:solidFill>
                            <a:srgbClr val="E3E3E3"/>
                          </a:solidFill>
                          <a:latin typeface="Arial"/>
                          <a:ea typeface="Arial"/>
                          <a:cs typeface="Arial"/>
                        </a:rPr>
                        <a:t>Potassium_kg_ha</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050" b="0" i="0" u="none">
                          <a:solidFill>
                            <a:srgbClr val="E3E3E3"/>
                          </a:solidFill>
                          <a:latin typeface="Arial"/>
                          <a:ea typeface="Arial"/>
                          <a:cs typeface="Arial"/>
                        </a:rPr>
                        <a:t>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448716">
                <a:tc>
                  <a:txBody>
                    <a:bodyPr/>
                    <a:p>
                      <a:pPr>
                        <a:defRPr/>
                      </a:pPr>
                      <a:r>
                        <a:rPr sz="1050" b="1" i="0" u="none">
                          <a:solidFill>
                            <a:srgbClr val="E3E3E3"/>
                          </a:solidFill>
                          <a:latin typeface="Arial"/>
                          <a:ea typeface="Arial"/>
                          <a:cs typeface="Arial"/>
                        </a:rPr>
                        <a:t>Irrigation_Method</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09690973"/>
                                        </p:tgtEl>
                                        <p:attrNameLst>
                                          <p:attrName>style.visibility</p:attrName>
                                        </p:attrNameLst>
                                      </p:cBhvr>
                                      <p:to>
                                        <p:strVal val="visible"/>
                                      </p:to>
                                    </p:set>
                                    <p:anim calcmode="lin" valueType="num">
                                      <p:cBhvr>
                                        <p:cTn id="7" dur="500" fill="hold"/>
                                        <p:tgtEl>
                                          <p:spTgt spid="909690973"/>
                                        </p:tgtEl>
                                        <p:attrNameLst>
                                          <p:attrName>ppt_w</p:attrName>
                                        </p:attrNameLst>
                                      </p:cBhvr>
                                      <p:tavLst>
                                        <p:tav tm="0">
                                          <p:val>
                                            <p:fltVal val="0"/>
                                          </p:val>
                                        </p:tav>
                                        <p:tav tm="100000">
                                          <p:val>
                                            <p:strVal val="#ppt_w"/>
                                          </p:val>
                                        </p:tav>
                                      </p:tavLst>
                                    </p:anim>
                                    <p:anim calcmode="lin" valueType="num">
                                      <p:cBhvr>
                                        <p:cTn id="8" dur="500" fill="hold"/>
                                        <p:tgtEl>
                                          <p:spTgt spid="909690973"/>
                                        </p:tgtEl>
                                        <p:attrNameLst>
                                          <p:attrName>ppt_h</p:attrName>
                                        </p:attrNameLst>
                                      </p:cBhvr>
                                      <p:tavLst>
                                        <p:tav tm="0">
                                          <p:val>
                                            <p:fltVal val="0"/>
                                          </p:val>
                                        </p:tav>
                                        <p:tav tm="100000">
                                          <p:val>
                                            <p:strVal val="#ppt_h"/>
                                          </p:val>
                                        </p:tav>
                                      </p:tavLst>
                                    </p:anim>
                                    <p:animEffect transition="in" filter="fade">
                                      <p:cBhvr>
                                        <p:cTn id="9" dur="500"/>
                                        <p:tgtEl>
                                          <p:spTgt spid="90969097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075967435"/>
                                        </p:tgtEl>
                                        <p:attrNameLst>
                                          <p:attrName>style.visibility</p:attrName>
                                        </p:attrNameLst>
                                      </p:cBhvr>
                                      <p:to>
                                        <p:strVal val="visible"/>
                                      </p:to>
                                    </p:set>
                                    <p:animEffect transition="in" filter="fade">
                                      <p:cBhvr>
                                        <p:cTn id="14" dur="1000"/>
                                        <p:tgtEl>
                                          <p:spTgt spid="2075967435"/>
                                        </p:tgtEl>
                                      </p:cBhvr>
                                    </p:animEffect>
                                    <p:anim calcmode="lin" valueType="num">
                                      <p:cBhvr>
                                        <p:cTn id="15" dur="1000" fill="hold"/>
                                        <p:tgtEl>
                                          <p:spTgt spid="2075967435"/>
                                        </p:tgtEl>
                                        <p:attrNameLst>
                                          <p:attrName>ppt_x</p:attrName>
                                        </p:attrNameLst>
                                      </p:cBhvr>
                                      <p:tavLst>
                                        <p:tav tm="0">
                                          <p:val>
                                            <p:strVal val="#ppt_x"/>
                                          </p:val>
                                        </p:tav>
                                        <p:tav tm="100000">
                                          <p:val>
                                            <p:strVal val="#ppt_x"/>
                                          </p:val>
                                        </p:tav>
                                      </p:tavLst>
                                    </p:anim>
                                    <p:anim calcmode="lin" valueType="num">
                                      <p:cBhvr>
                                        <p:cTn id="16" dur="1000" fill="hold"/>
                                        <p:tgtEl>
                                          <p:spTgt spid="207596743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137758372"/>
                                        </p:tgtEl>
                                        <p:attrNameLst>
                                          <p:attrName>style.visibility</p:attrName>
                                        </p:attrNameLst>
                                      </p:cBhvr>
                                      <p:to>
                                        <p:strVal val="visible"/>
                                      </p:to>
                                    </p:set>
                                    <p:animEffect transition="in" filter="fade">
                                      <p:cBhvr>
                                        <p:cTn id="21" dur="1000"/>
                                        <p:tgtEl>
                                          <p:spTgt spid="2137758372"/>
                                        </p:tgtEl>
                                      </p:cBhvr>
                                    </p:animEffect>
                                    <p:anim calcmode="lin" valueType="num">
                                      <p:cBhvr>
                                        <p:cTn id="22" dur="1000" fill="hold"/>
                                        <p:tgtEl>
                                          <p:spTgt spid="2137758372"/>
                                        </p:tgtEl>
                                        <p:attrNameLst>
                                          <p:attrName>ppt_x</p:attrName>
                                        </p:attrNameLst>
                                      </p:cBhvr>
                                      <p:tavLst>
                                        <p:tav tm="0">
                                          <p:val>
                                            <p:strVal val="#ppt_x"/>
                                          </p:val>
                                        </p:tav>
                                        <p:tav tm="100000">
                                          <p:val>
                                            <p:strVal val="#ppt_x"/>
                                          </p:val>
                                        </p:tav>
                                      </p:tavLst>
                                    </p:anim>
                                    <p:anim calcmode="lin" valueType="num">
                                      <p:cBhvr>
                                        <p:cTn id="23" dur="1000" fill="hold"/>
                                        <p:tgtEl>
                                          <p:spTgt spid="213775837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95822701">
                                            <p:txEl>
                                              <p:pRg st="0" end="0"/>
                                            </p:txEl>
                                          </p:spTgt>
                                        </p:tgtEl>
                                        <p:attrNameLst>
                                          <p:attrName>style.visibility</p:attrName>
                                        </p:attrNameLst>
                                      </p:cBhvr>
                                      <p:to>
                                        <p:strVal val="visible"/>
                                      </p:to>
                                    </p:set>
                                    <p:animEffect transition="in" filter="fade">
                                      <p:cBhvr>
                                        <p:cTn id="28" dur="1000"/>
                                        <p:tgtEl>
                                          <p:spTgt spid="1095822701">
                                            <p:txEl>
                                              <p:pRg st="0" end="0"/>
                                            </p:txEl>
                                          </p:spTgt>
                                        </p:tgtEl>
                                      </p:cBhvr>
                                    </p:animEffect>
                                    <p:anim calcmode="lin" valueType="num">
                                      <p:cBhvr>
                                        <p:cTn id="29" dur="1000" fill="hold"/>
                                        <p:tgtEl>
                                          <p:spTgt spid="1095822701">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9582270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9690973" grpId="0"/>
      <p:bldP spid="2075967435" grpId="0"/>
      <p:bldP spid="2137758372" grpId="0"/>
      <p:bldP spid="1095822701" grpId="0" build="p"/>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52001332"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1260435632" name="Title 3"/>
          <p:cNvSpPr>
            <a:spLocks noGrp="1"/>
          </p:cNvSpPr>
          <p:nvPr>
            <p:ph type="title"/>
          </p:nvPr>
        </p:nvSpPr>
        <p:spPr bwMode="auto">
          <a:xfrm flipH="0" flipV="0">
            <a:off x="675956" y="370588"/>
            <a:ext cx="8914944" cy="830997"/>
          </a:xfrm>
          <a:prstGeom prst="rect">
            <a:avLst/>
          </a:prstGeom>
          <a:gradFill>
            <a:gsLst>
              <a:gs pos="0">
                <a:schemeClr val="accent3"/>
              </a:gs>
              <a:gs pos="100000">
                <a:srgbClr val="FFFFFF"/>
              </a:gs>
            </a:gsLst>
            <a:lin ang="0" scaled="1"/>
          </a:gradFill>
        </p:spPr>
        <p:txBody>
          <a:bodyPr vertOverflow="overflow" horzOverflow="overflow" vert="horz" wrap="square" lIns="91440" tIns="45720" rIns="91440" bIns="45720" numCol="1" spcCol="0" rtlCol="0" fromWordArt="0" anchor="t" anchorCtr="0" forceAA="0" upright="0" compatLnSpc="0">
            <a:normAutofit/>
          </a:bodyPr>
          <a:lstStyle/>
          <a:p>
            <a:pPr>
              <a:defRPr/>
            </a:pPr>
            <a:r>
              <a:rPr lang="en-US" sz="2400"/>
              <a:t>                 </a:t>
            </a:r>
            <a:r>
              <a:rPr lang="en-GB" sz="2400"/>
              <a:t>RESULT</a:t>
            </a:r>
            <a:r>
              <a:rPr lang="en-US" sz="2400"/>
              <a:t> 2:</a:t>
            </a:r>
            <a:r>
              <a:rPr sz="2400" b="0" i="0" u="none">
                <a:solidFill>
                  <a:srgbClr val="000000"/>
                </a:solidFill>
                <a:latin typeface="Times New Roman"/>
                <a:ea typeface="Times New Roman"/>
                <a:cs typeface="Times New Roman"/>
              </a:rPr>
              <a:t>Seasonal Performance Analysis </a:t>
            </a:r>
            <a:r>
              <a:rPr lang="en-GB" sz="2400"/>
              <a:t> </a:t>
            </a:r>
            <a:endParaRPr sz="2400"/>
          </a:p>
        </p:txBody>
      </p:sp>
      <p:sp>
        <p:nvSpPr>
          <p:cNvPr id="851176578"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995862865"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66769038" name="Text Placeholder 1"/>
          <p:cNvSpPr>
            <a:spLocks noGrp="1"/>
          </p:cNvSpPr>
          <p:nvPr>
            <p:ph type="body" sz="quarter" idx="12"/>
          </p:nvPr>
        </p:nvSpPr>
        <p:spPr bwMode="auto">
          <a:xfrm flipH="0" flipV="0">
            <a:off x="807163" y="1431692"/>
            <a:ext cx="5442180" cy="2315847"/>
          </a:xfrm>
          <a:prstGeom prst="rect">
            <a:avLst/>
          </a:prstGeom>
          <a:solidFill>
            <a:schemeClr val="accent3"/>
          </a:solidFill>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marL="0" indent="0">
              <a:buClr>
                <a:schemeClr val="accent4"/>
              </a:buClr>
              <a:buSzPct val="80000"/>
              <a:buFont typeface="Wingdings"/>
              <a:buNone/>
              <a:defRPr/>
            </a:pPr>
            <a:r>
              <a:rPr sz="1800" b="0" i="0" u="none">
                <a:solidFill>
                  <a:srgbClr val="000000"/>
                </a:solidFill>
                <a:latin typeface="Times New Roman"/>
                <a:ea typeface="Times New Roman"/>
                <a:cs typeface="Times New Roman"/>
              </a:rPr>
              <a:t>Agricultural performance was compared across Kharif, Rabi, and Zaid seasons using key performance indicators such as crop yield, production, revenue, profit, and water efficiency.</a:t>
            </a:r>
            <a:endParaRPr sz="1800"/>
          </a:p>
          <a:p>
            <a:pPr marL="0" indent="0">
              <a:buNone/>
              <a:defRPr/>
            </a:pPr>
            <a:r>
              <a:rPr sz="1800" b="0" i="0" u="none">
                <a:solidFill>
                  <a:srgbClr val="000000"/>
                </a:solidFill>
                <a:latin typeface="Times New Roman"/>
                <a:ea typeface="Times New Roman"/>
                <a:cs typeface="Times New Roman"/>
              </a:rPr>
              <a:t>The analysis revealed noticeable differences in agricultural performance between seasons, demonstrating the influence of seasonal conditions on farming outcomes.</a:t>
            </a:r>
            <a:endParaRPr lang="en-IN"/>
          </a:p>
        </p:txBody>
      </p:sp>
      <p:sp>
        <p:nvSpPr>
          <p:cNvPr id="300486005" name=""/>
          <p:cNvSpPr txBox="1"/>
          <p:nvPr/>
        </p:nvSpPr>
        <p:spPr bwMode="auto">
          <a:xfrm rot="0" flipH="0" flipV="0">
            <a:off x="7951352" y="1702008"/>
            <a:ext cx="2342212"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283280323" name=""/>
          <p:cNvSpPr/>
          <p:nvPr/>
        </p:nvSpPr>
        <p:spPr bwMode="auto">
          <a:xfrm>
            <a:off x="5968559" y="3291840"/>
            <a:ext cx="25524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sp>
        <p:nvSpPr>
          <p:cNvPr id="850795397" name=""/>
          <p:cNvSpPr/>
          <p:nvPr/>
        </p:nvSpPr>
        <p:spPr bwMode="auto">
          <a:xfrm>
            <a:off x="5968559" y="3291840"/>
            <a:ext cx="25524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p:txBody>
      </p:sp>
      <p:graphicFrame>
        <p:nvGraphicFramePr>
          <p:cNvPr id="1621908238" name=""/>
          <p:cNvGraphicFramePr>
            <a:graphicFrameLocks xmlns:a="http://schemas.openxmlformats.org/drawingml/2006/main"/>
          </p:cNvGraphicFramePr>
          <p:nvPr/>
        </p:nvGraphicFramePr>
        <p:xfrm>
          <a:off x="6327417" y="1422167"/>
          <a:ext cx="3600000" cy="3600000"/>
        </p:xfrm>
        <a:graphic>
          <a:graphicData uri="http://schemas.openxmlformats.org/drawingml/2006/table">
            <a:tbl>
              <a:tblPr firstRow="1" firstCol="1" lastRow="0" lastCol="0" bandRow="1" bandCol="0">
                <a:tableStyleId>{35758FB7-9AC5-4552-8A53-C91805E547FA}</a:tableStyleId>
              </a:tblPr>
              <a:tblGrid>
                <a:gridCol w="395368"/>
                <a:gridCol w="1022321"/>
                <a:gridCol w="1117057"/>
                <a:gridCol w="803494"/>
                <a:gridCol w="650299"/>
                <a:gridCol w="1866989"/>
              </a:tblGrid>
              <a:tr h="1487618">
                <a:tc>
                  <a:txBody>
                    <a:bodyPr/>
                    <a:p>
                      <a:pPr>
                        <a:defRPr/>
                      </a:pP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1" i="0" u="none">
                          <a:solidFill>
                            <a:srgbClr val="000000"/>
                          </a:solidFill>
                          <a:latin typeface="Times New Roman"/>
                          <a:ea typeface="Times New Roman"/>
                          <a:cs typeface="Times New Roman"/>
                        </a:rPr>
                        <a:t>Yield_Tonnes_Ha</a:t>
                      </a: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1" i="0" u="none">
                          <a:solidFill>
                            <a:srgbClr val="000000"/>
                          </a:solidFill>
                          <a:latin typeface="Times New Roman"/>
                          <a:ea typeface="Times New Roman"/>
                          <a:cs typeface="Times New Roman"/>
                        </a:rPr>
                        <a:t>Production_Tonnes</a:t>
                      </a: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1" i="0" u="none">
                          <a:solidFill>
                            <a:srgbClr val="000000"/>
                          </a:solidFill>
                          <a:latin typeface="Times New Roman"/>
                          <a:ea typeface="Times New Roman"/>
                          <a:cs typeface="Times New Roman"/>
                        </a:rPr>
                        <a:t>Revenue_INR</a:t>
                      </a: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1" i="0" u="none">
                          <a:solidFill>
                            <a:srgbClr val="000000"/>
                          </a:solidFill>
                          <a:latin typeface="Times New Roman"/>
                          <a:ea typeface="Times New Roman"/>
                          <a:cs typeface="Times New Roman"/>
                        </a:rPr>
                        <a:t>Profit_INR</a:t>
                      </a: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1" i="0" u="none">
                          <a:solidFill>
                            <a:srgbClr val="000000"/>
                          </a:solidFill>
                          <a:latin typeface="Times New Roman"/>
                          <a:ea typeface="Times New Roman"/>
                          <a:cs typeface="Times New Roman"/>
                        </a:rPr>
                        <a:t>Water_Efficiency_t_per_1000m3</a:t>
                      </a:r>
                      <a:endParaRPr/>
                    </a:p>
                  </a:txBody>
                  <a:tcPr anchor="t">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1487618">
                <a:tc>
                  <a:txBody>
                    <a:bodyPr/>
                    <a:p>
                      <a:pPr>
                        <a:defRPr/>
                      </a:pPr>
                      <a:r>
                        <a:rPr sz="1200" b="1" i="0" u="none">
                          <a:solidFill>
                            <a:srgbClr val="000000"/>
                          </a:solidFill>
                          <a:latin typeface="Times New Roman"/>
                          <a:ea typeface="Times New Roman"/>
                          <a:cs typeface="Times New Roman"/>
                        </a:rPr>
                        <a:t>Kharif</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5.63</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46.31</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710719.06</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178914.65</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5.89</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1032312">
                <a:tc>
                  <a:txBody>
                    <a:bodyPr/>
                    <a:p>
                      <a:pPr>
                        <a:defRPr/>
                      </a:pPr>
                      <a:r>
                        <a:rPr sz="1200" b="1" i="0" u="none">
                          <a:solidFill>
                            <a:srgbClr val="000000"/>
                          </a:solidFill>
                          <a:latin typeface="Times New Roman"/>
                          <a:ea typeface="Times New Roman"/>
                          <a:cs typeface="Times New Roman"/>
                        </a:rPr>
                        <a:t>Rabi</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5.04</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41.49</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601526.05</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87689.47</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5.19</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r h="1487618">
                <a:tc>
                  <a:txBody>
                    <a:bodyPr/>
                    <a:p>
                      <a:pPr>
                        <a:defRPr/>
                      </a:pPr>
                      <a:r>
                        <a:rPr sz="1200" b="1" i="0" u="none">
                          <a:solidFill>
                            <a:srgbClr val="000000"/>
                          </a:solidFill>
                          <a:latin typeface="Times New Roman"/>
                          <a:ea typeface="Times New Roman"/>
                          <a:cs typeface="Times New Roman"/>
                        </a:rPr>
                        <a:t>Zaid</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4.64</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38.89</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519171.90</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-24804.82</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c>
                  <a:txBody>
                    <a:bodyPr/>
                    <a:p>
                      <a:pPr>
                        <a:defRPr/>
                      </a:pPr>
                      <a:r>
                        <a:rPr sz="1200" b="0" i="0" u="none">
                          <a:solidFill>
                            <a:srgbClr val="000000"/>
                          </a:solidFill>
                          <a:latin typeface="Times New Roman"/>
                          <a:ea typeface="Times New Roman"/>
                          <a:cs typeface="Times New Roman"/>
                        </a:rPr>
                        <a:t>4.41</a:t>
                      </a:r>
                      <a:endParaRPr/>
                    </a:p>
                  </a:txBody>
                  <a:tcPr anchor="ctr">
                    <a:lnL w="28575" algn="ctr">
                      <a:solidFill>
                        <a:srgbClr val="002060"/>
                      </a:solidFill>
                    </a:lnL>
                    <a:lnR w="28575" algn="ctr">
                      <a:solidFill>
                        <a:srgbClr val="002060"/>
                      </a:solidFill>
                    </a:lnR>
                    <a:lnT w="28575" algn="ctr">
                      <a:solidFill>
                        <a:srgbClr val="002060"/>
                      </a:solidFill>
                    </a:lnT>
                    <a:lnB w="28575" algn="ctr">
                      <a:solidFill>
                        <a:srgbClr val="00206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60435632"/>
                                        </p:tgtEl>
                                        <p:attrNameLst>
                                          <p:attrName>style.visibility</p:attrName>
                                        </p:attrNameLst>
                                      </p:cBhvr>
                                      <p:to>
                                        <p:strVal val="visible"/>
                                      </p:to>
                                    </p:set>
                                    <p:anim calcmode="lin" valueType="num">
                                      <p:cBhvr>
                                        <p:cTn id="7" dur="500" fill="hold"/>
                                        <p:tgtEl>
                                          <p:spTgt spid="1260435632"/>
                                        </p:tgtEl>
                                        <p:attrNameLst>
                                          <p:attrName>ppt_w</p:attrName>
                                        </p:attrNameLst>
                                      </p:cBhvr>
                                      <p:tavLst>
                                        <p:tav tm="0">
                                          <p:val>
                                            <p:fltVal val="0"/>
                                          </p:val>
                                        </p:tav>
                                        <p:tav tm="100000">
                                          <p:val>
                                            <p:strVal val="#ppt_w"/>
                                          </p:val>
                                        </p:tav>
                                      </p:tavLst>
                                    </p:anim>
                                    <p:anim calcmode="lin" valueType="num">
                                      <p:cBhvr>
                                        <p:cTn id="8" dur="500" fill="hold"/>
                                        <p:tgtEl>
                                          <p:spTgt spid="1260435632"/>
                                        </p:tgtEl>
                                        <p:attrNameLst>
                                          <p:attrName>ppt_h</p:attrName>
                                        </p:attrNameLst>
                                      </p:cBhvr>
                                      <p:tavLst>
                                        <p:tav tm="0">
                                          <p:val>
                                            <p:fltVal val="0"/>
                                          </p:val>
                                        </p:tav>
                                        <p:tav tm="100000">
                                          <p:val>
                                            <p:strVal val="#ppt_h"/>
                                          </p:val>
                                        </p:tav>
                                      </p:tavLst>
                                    </p:anim>
                                    <p:animEffect transition="in" filter="fade">
                                      <p:cBhvr>
                                        <p:cTn id="9" dur="500"/>
                                        <p:tgtEl>
                                          <p:spTgt spid="126043563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51176578"/>
                                        </p:tgtEl>
                                        <p:attrNameLst>
                                          <p:attrName>style.visibility</p:attrName>
                                        </p:attrNameLst>
                                      </p:cBhvr>
                                      <p:to>
                                        <p:strVal val="visible"/>
                                      </p:to>
                                    </p:set>
                                    <p:animEffect transition="in" filter="fade">
                                      <p:cBhvr>
                                        <p:cTn id="14" dur="1000"/>
                                        <p:tgtEl>
                                          <p:spTgt spid="851176578"/>
                                        </p:tgtEl>
                                      </p:cBhvr>
                                    </p:animEffect>
                                    <p:anim calcmode="lin" valueType="num">
                                      <p:cBhvr>
                                        <p:cTn id="15" dur="1000" fill="hold"/>
                                        <p:tgtEl>
                                          <p:spTgt spid="851176578"/>
                                        </p:tgtEl>
                                        <p:attrNameLst>
                                          <p:attrName>ppt_x</p:attrName>
                                        </p:attrNameLst>
                                      </p:cBhvr>
                                      <p:tavLst>
                                        <p:tav tm="0">
                                          <p:val>
                                            <p:strVal val="#ppt_x"/>
                                          </p:val>
                                        </p:tav>
                                        <p:tav tm="100000">
                                          <p:val>
                                            <p:strVal val="#ppt_x"/>
                                          </p:val>
                                        </p:tav>
                                      </p:tavLst>
                                    </p:anim>
                                    <p:anim calcmode="lin" valueType="num">
                                      <p:cBhvr>
                                        <p:cTn id="16" dur="1000" fill="hold"/>
                                        <p:tgtEl>
                                          <p:spTgt spid="85117657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995862865"/>
                                        </p:tgtEl>
                                        <p:attrNameLst>
                                          <p:attrName>style.visibility</p:attrName>
                                        </p:attrNameLst>
                                      </p:cBhvr>
                                      <p:to>
                                        <p:strVal val="visible"/>
                                      </p:to>
                                    </p:set>
                                    <p:animEffect transition="in" filter="fade">
                                      <p:cBhvr>
                                        <p:cTn id="21" dur="1000"/>
                                        <p:tgtEl>
                                          <p:spTgt spid="995862865"/>
                                        </p:tgtEl>
                                      </p:cBhvr>
                                    </p:animEffect>
                                    <p:anim calcmode="lin" valueType="num">
                                      <p:cBhvr>
                                        <p:cTn id="22" dur="1000" fill="hold"/>
                                        <p:tgtEl>
                                          <p:spTgt spid="995862865"/>
                                        </p:tgtEl>
                                        <p:attrNameLst>
                                          <p:attrName>ppt_x</p:attrName>
                                        </p:attrNameLst>
                                      </p:cBhvr>
                                      <p:tavLst>
                                        <p:tav tm="0">
                                          <p:val>
                                            <p:strVal val="#ppt_x"/>
                                          </p:val>
                                        </p:tav>
                                        <p:tav tm="100000">
                                          <p:val>
                                            <p:strVal val="#ppt_x"/>
                                          </p:val>
                                        </p:tav>
                                      </p:tavLst>
                                    </p:anim>
                                    <p:anim calcmode="lin" valueType="num">
                                      <p:cBhvr>
                                        <p:cTn id="23" dur="1000" fill="hold"/>
                                        <p:tgtEl>
                                          <p:spTgt spid="99586286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6769038">
                                            <p:txEl>
                                              <p:pRg st="0" end="0"/>
                                            </p:txEl>
                                          </p:spTgt>
                                        </p:tgtEl>
                                        <p:attrNameLst>
                                          <p:attrName>style.visibility</p:attrName>
                                        </p:attrNameLst>
                                      </p:cBhvr>
                                      <p:to>
                                        <p:strVal val="visible"/>
                                      </p:to>
                                    </p:set>
                                    <p:animEffect transition="in" filter="fade">
                                      <p:cBhvr>
                                        <p:cTn id="28" dur="1000"/>
                                        <p:tgtEl>
                                          <p:spTgt spid="66769038">
                                            <p:txEl>
                                              <p:pRg st="0" end="0"/>
                                            </p:txEl>
                                          </p:spTgt>
                                        </p:tgtEl>
                                      </p:cBhvr>
                                    </p:animEffect>
                                    <p:anim calcmode="lin" valueType="num">
                                      <p:cBhvr>
                                        <p:cTn id="29" dur="1000" fill="hold"/>
                                        <p:tgtEl>
                                          <p:spTgt spid="66769038">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6676903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435632" grpId="0"/>
      <p:bldP spid="851176578" grpId="0"/>
      <p:bldP spid="995862865" grpId="0"/>
      <p:bldP spid="66769038" grpId="0" build="p"/>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43418422"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1364145081" name="Title 3"/>
          <p:cNvSpPr>
            <a:spLocks noGrp="1"/>
          </p:cNvSpPr>
          <p:nvPr>
            <p:ph type="title"/>
          </p:nvPr>
        </p:nvSpPr>
        <p:spPr bwMode="auto">
          <a:xfrm flipH="0" flipV="0">
            <a:off x="675956" y="370588"/>
            <a:ext cx="9133551" cy="830997"/>
          </a:xfrm>
          <a:prstGeom prst="rect">
            <a:avLst/>
          </a:prstGeom>
          <a:gradFill>
            <a:gsLst>
              <a:gs pos="0">
                <a:schemeClr val="accent3"/>
              </a:gs>
              <a:gs pos="100000">
                <a:srgbClr val="FFFFFF"/>
              </a:gs>
            </a:gsLst>
            <a:lin ang="0" scaled="1"/>
          </a:gradFill>
        </p:spPr>
        <p:txBody>
          <a:bodyPr vertOverflow="overflow" horzOverflow="overflow" vert="horz" wrap="square" lIns="91440" tIns="45720" rIns="91440" bIns="45720" numCol="1" spcCol="0" rtlCol="0" fromWordArt="0" anchor="t" anchorCtr="0" forceAA="0" upright="0" compatLnSpc="0">
            <a:normAutofit/>
          </a:bodyPr>
          <a:lstStyle/>
          <a:p>
            <a:pPr>
              <a:defRPr/>
            </a:pPr>
            <a:r>
              <a:rPr sz="2400" b="1" i="0" u="none">
                <a:solidFill>
                  <a:srgbClr val="000000"/>
                </a:solidFill>
                <a:latin typeface="Arial Black"/>
                <a:ea typeface="Arial Black"/>
                <a:cs typeface="Arial Black"/>
              </a:rPr>
              <a:t>RESULT 3: Environmental &amp; Resource Analysis 🌦️💧</a:t>
            </a:r>
            <a:endParaRPr lang="en-IN"/>
          </a:p>
        </p:txBody>
      </p:sp>
      <p:sp>
        <p:nvSpPr>
          <p:cNvPr id="1164817346"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858143122"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409456934" name="Text Placeholder 1"/>
          <p:cNvSpPr>
            <a:spLocks noGrp="1"/>
          </p:cNvSpPr>
          <p:nvPr>
            <p:ph type="body" sz="quarter" idx="12"/>
          </p:nvPr>
        </p:nvSpPr>
        <p:spPr bwMode="auto">
          <a:xfrm flipH="0" flipV="0">
            <a:off x="8091885" y="1530245"/>
            <a:ext cx="4059835" cy="2232909"/>
          </a:xfrm>
          <a:prstGeom prst="rect">
            <a:avLst/>
          </a:prstGeom>
          <a:solidFill>
            <a:schemeClr val="accent3"/>
          </a:solidFill>
          <a:ln w="19049">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normAutofit/>
          </a:bodyPr>
          <a:lstStyle/>
          <a:p>
            <a:pPr marL="0" indent="0">
              <a:buNone/>
              <a:defRPr/>
            </a:pPr>
            <a:r>
              <a:rPr sz="1800" b="0" i="0" u="none">
                <a:solidFill>
                  <a:srgbClr val="000000"/>
                </a:solidFill>
                <a:latin typeface="Times New Roman"/>
                <a:ea typeface="Times New Roman"/>
                <a:cs typeface="Times New Roman"/>
              </a:rPr>
              <a:t>Environmental conditions and agricultural resource usage were analyzed to understand their relationship with agricultural performance.</a:t>
            </a:r>
            <a:r>
              <a:rPr sz="1800" b="0" i="0" u="none">
                <a:solidFill>
                  <a:srgbClr val="000000"/>
                </a:solidFill>
                <a:latin typeface="Times New Roman"/>
                <a:ea typeface="Times New Roman"/>
                <a:cs typeface="Times New Roman"/>
              </a:rPr>
              <a:t>Factors such as rainfall, temperature, water usage, fertilizer usage, and water efficiency were compared across different seasons</a:t>
            </a:r>
            <a:endParaRPr lang="en-IN"/>
          </a:p>
        </p:txBody>
      </p:sp>
      <p:sp>
        <p:nvSpPr>
          <p:cNvPr id="72090700" name=""/>
          <p:cNvSpPr txBox="1"/>
          <p:nvPr/>
        </p:nvSpPr>
        <p:spPr bwMode="auto">
          <a:xfrm rot="0" flipH="0" flipV="0">
            <a:off x="690491" y="2560819"/>
            <a:ext cx="143655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1354593995" name=""/>
          <p:cNvSpPr/>
          <p:nvPr/>
        </p:nvSpPr>
        <p:spPr bwMode="auto">
          <a:xfrm flipH="0" flipV="0">
            <a:off x="5968559" y="3347078"/>
            <a:ext cx="256679"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826334991" name=""/>
          <p:cNvPicPr>
            <a:picLocks noChangeAspect="1"/>
          </p:cNvPicPr>
          <p:nvPr/>
        </p:nvPicPr>
        <p:blipFill>
          <a:blip r:embed="rId4"/>
          <a:stretch/>
        </p:blipFill>
        <p:spPr bwMode="auto">
          <a:xfrm flipH="0" flipV="0">
            <a:off x="320981" y="1324422"/>
            <a:ext cx="7717130" cy="5244017"/>
          </a:xfrm>
          <a:prstGeom prst="rect">
            <a:avLst/>
          </a:prstGeom>
          <a:ln w="1904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64145081"/>
                                        </p:tgtEl>
                                        <p:attrNameLst>
                                          <p:attrName>style.visibility</p:attrName>
                                        </p:attrNameLst>
                                      </p:cBhvr>
                                      <p:to>
                                        <p:strVal val="visible"/>
                                      </p:to>
                                    </p:set>
                                    <p:anim calcmode="lin" valueType="num">
                                      <p:cBhvr>
                                        <p:cTn id="7" dur="500" fill="hold"/>
                                        <p:tgtEl>
                                          <p:spTgt spid="1364145081"/>
                                        </p:tgtEl>
                                        <p:attrNameLst>
                                          <p:attrName>ppt_w</p:attrName>
                                        </p:attrNameLst>
                                      </p:cBhvr>
                                      <p:tavLst>
                                        <p:tav tm="0">
                                          <p:val>
                                            <p:fltVal val="0"/>
                                          </p:val>
                                        </p:tav>
                                        <p:tav tm="100000">
                                          <p:val>
                                            <p:strVal val="#ppt_w"/>
                                          </p:val>
                                        </p:tav>
                                      </p:tavLst>
                                    </p:anim>
                                    <p:anim calcmode="lin" valueType="num">
                                      <p:cBhvr>
                                        <p:cTn id="8" dur="500" fill="hold"/>
                                        <p:tgtEl>
                                          <p:spTgt spid="1364145081"/>
                                        </p:tgtEl>
                                        <p:attrNameLst>
                                          <p:attrName>ppt_h</p:attrName>
                                        </p:attrNameLst>
                                      </p:cBhvr>
                                      <p:tavLst>
                                        <p:tav tm="0">
                                          <p:val>
                                            <p:fltVal val="0"/>
                                          </p:val>
                                        </p:tav>
                                        <p:tav tm="100000">
                                          <p:val>
                                            <p:strVal val="#ppt_h"/>
                                          </p:val>
                                        </p:tav>
                                      </p:tavLst>
                                    </p:anim>
                                    <p:animEffect transition="in" filter="fade">
                                      <p:cBhvr>
                                        <p:cTn id="9" dur="500"/>
                                        <p:tgtEl>
                                          <p:spTgt spid="136414508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164817346"/>
                                        </p:tgtEl>
                                        <p:attrNameLst>
                                          <p:attrName>style.visibility</p:attrName>
                                        </p:attrNameLst>
                                      </p:cBhvr>
                                      <p:to>
                                        <p:strVal val="visible"/>
                                      </p:to>
                                    </p:set>
                                    <p:animEffect transition="in" filter="fade">
                                      <p:cBhvr>
                                        <p:cTn id="14" dur="1000"/>
                                        <p:tgtEl>
                                          <p:spTgt spid="1164817346"/>
                                        </p:tgtEl>
                                      </p:cBhvr>
                                    </p:animEffect>
                                    <p:anim calcmode="lin" valueType="num">
                                      <p:cBhvr>
                                        <p:cTn id="15" dur="1000" fill="hold"/>
                                        <p:tgtEl>
                                          <p:spTgt spid="1164817346"/>
                                        </p:tgtEl>
                                        <p:attrNameLst>
                                          <p:attrName>ppt_x</p:attrName>
                                        </p:attrNameLst>
                                      </p:cBhvr>
                                      <p:tavLst>
                                        <p:tav tm="0">
                                          <p:val>
                                            <p:strVal val="#ppt_x"/>
                                          </p:val>
                                        </p:tav>
                                        <p:tav tm="100000">
                                          <p:val>
                                            <p:strVal val="#ppt_x"/>
                                          </p:val>
                                        </p:tav>
                                      </p:tavLst>
                                    </p:anim>
                                    <p:anim calcmode="lin" valueType="num">
                                      <p:cBhvr>
                                        <p:cTn id="16" dur="1000" fill="hold"/>
                                        <p:tgtEl>
                                          <p:spTgt spid="116481734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858143122"/>
                                        </p:tgtEl>
                                        <p:attrNameLst>
                                          <p:attrName>style.visibility</p:attrName>
                                        </p:attrNameLst>
                                      </p:cBhvr>
                                      <p:to>
                                        <p:strVal val="visible"/>
                                      </p:to>
                                    </p:set>
                                    <p:animEffect transition="in" filter="fade">
                                      <p:cBhvr>
                                        <p:cTn id="21" dur="1000"/>
                                        <p:tgtEl>
                                          <p:spTgt spid="1858143122"/>
                                        </p:tgtEl>
                                      </p:cBhvr>
                                    </p:animEffect>
                                    <p:anim calcmode="lin" valueType="num">
                                      <p:cBhvr>
                                        <p:cTn id="22" dur="1000" fill="hold"/>
                                        <p:tgtEl>
                                          <p:spTgt spid="1858143122"/>
                                        </p:tgtEl>
                                        <p:attrNameLst>
                                          <p:attrName>ppt_x</p:attrName>
                                        </p:attrNameLst>
                                      </p:cBhvr>
                                      <p:tavLst>
                                        <p:tav tm="0">
                                          <p:val>
                                            <p:strVal val="#ppt_x"/>
                                          </p:val>
                                        </p:tav>
                                        <p:tav tm="100000">
                                          <p:val>
                                            <p:strVal val="#ppt_x"/>
                                          </p:val>
                                        </p:tav>
                                      </p:tavLst>
                                    </p:anim>
                                    <p:anim calcmode="lin" valueType="num">
                                      <p:cBhvr>
                                        <p:cTn id="23" dur="1000" fill="hold"/>
                                        <p:tgtEl>
                                          <p:spTgt spid="185814312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09456934">
                                            <p:txEl>
                                              <p:pRg st="0" end="0"/>
                                            </p:txEl>
                                          </p:spTgt>
                                        </p:tgtEl>
                                        <p:attrNameLst>
                                          <p:attrName>style.visibility</p:attrName>
                                        </p:attrNameLst>
                                      </p:cBhvr>
                                      <p:to>
                                        <p:strVal val="visible"/>
                                      </p:to>
                                    </p:set>
                                    <p:animEffect transition="in" filter="fade">
                                      <p:cBhvr>
                                        <p:cTn id="28" dur="1000"/>
                                        <p:tgtEl>
                                          <p:spTgt spid="1409456934">
                                            <p:txEl>
                                              <p:pRg st="0" end="0"/>
                                            </p:txEl>
                                          </p:spTgt>
                                        </p:tgtEl>
                                      </p:cBhvr>
                                    </p:animEffect>
                                    <p:anim calcmode="lin" valueType="num">
                                      <p:cBhvr>
                                        <p:cTn id="29" dur="1000" fill="hold"/>
                                        <p:tgtEl>
                                          <p:spTgt spid="1409456934">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40945693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4145081" grpId="0"/>
      <p:bldP spid="1164817346" grpId="0"/>
      <p:bldP spid="1858143122" grpId="0"/>
      <p:bldP spid="1409456934" grpId="0" build="p"/>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49347201"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123244094" name="Title 3"/>
          <p:cNvSpPr>
            <a:spLocks noGrp="1"/>
          </p:cNvSpPr>
          <p:nvPr>
            <p:ph type="title"/>
          </p:nvPr>
        </p:nvSpPr>
        <p:spPr bwMode="auto">
          <a:xfrm flipH="0" flipV="0">
            <a:off x="807163" y="370588"/>
            <a:ext cx="8861811" cy="488222"/>
          </a:xfrm>
          <a:prstGeom prst="rect">
            <a:avLst/>
          </a:prstGeom>
          <a:gradFill>
            <a:gsLst>
              <a:gs pos="0">
                <a:schemeClr val="accent3"/>
              </a:gs>
              <a:gs pos="100000">
                <a:srgbClr val="FFFFFF"/>
              </a:gs>
            </a:gsLst>
            <a:lin ang="0" scaled="1"/>
          </a:gradFill>
          <a:ln w="12699">
            <a:solidFill>
              <a:schemeClr val="accent1">
                <a:lumMod val="50196"/>
              </a:schemeClr>
            </a:solidFill>
            <a:prstDash val="solid"/>
          </a:ln>
        </p:spPr>
        <p:txBody>
          <a:bodyPr>
            <a:normAutofit/>
          </a:bodyPr>
          <a:lstStyle/>
          <a:p>
            <a:pPr>
              <a:defRPr/>
            </a:pPr>
            <a:r>
              <a:rPr sz="2400" b="0" i="0" u="none">
                <a:solidFill>
                  <a:srgbClr val="000000"/>
                </a:solidFill>
                <a:latin typeface="Arial Black"/>
                <a:ea typeface="Arial Black"/>
                <a:cs typeface="Arial Black"/>
              </a:rPr>
              <a:t>RESULT 4: Economic &amp; Regional Analysis 💰📍</a:t>
            </a:r>
            <a:endParaRPr/>
          </a:p>
        </p:txBody>
      </p:sp>
      <p:sp>
        <p:nvSpPr>
          <p:cNvPr id="1376314822"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890290939"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947008807" name="Text Placeholder 1"/>
          <p:cNvSpPr>
            <a:spLocks noGrp="1"/>
          </p:cNvSpPr>
          <p:nvPr>
            <p:ph type="body" sz="quarter" idx="12"/>
          </p:nvPr>
        </p:nvSpPr>
        <p:spPr bwMode="auto">
          <a:xfrm flipH="0" flipV="0">
            <a:off x="34671" y="983729"/>
            <a:ext cx="4481434" cy="2482745"/>
          </a:xfrm>
          <a:prstGeom prst="rect">
            <a:avLst/>
          </a:prstGeom>
          <a:solidFill>
            <a:schemeClr val="accent3"/>
          </a:solidFill>
          <a:ln w="28575">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normAutofit/>
          </a:bodyPr>
          <a:lstStyle/>
          <a:p>
            <a:pPr marL="0" indent="0">
              <a:buClr>
                <a:schemeClr val="accent4"/>
              </a:buClr>
              <a:buSzPct val="80000"/>
              <a:buFont typeface="Wingdings"/>
              <a:buNone/>
              <a:defRPr/>
            </a:pPr>
            <a:r>
              <a:rPr sz="1800" b="0" i="0" u="none">
                <a:solidFill>
                  <a:srgbClr val="000000"/>
                </a:solidFill>
                <a:latin typeface="Times New Roman"/>
                <a:ea typeface="Times New Roman"/>
                <a:cs typeface="Times New Roman"/>
              </a:rPr>
              <a:t>The economic performance of agricultural activities was analyzed using revenue, total cost, and profit. Agricultural performance was also compared across  different states to identify regional variations.</a:t>
            </a:r>
            <a:endParaRPr sz="1800"/>
          </a:p>
          <a:p>
            <a:pPr marL="0" indent="0">
              <a:buNone/>
              <a:defRPr/>
            </a:pPr>
            <a:r>
              <a:rPr sz="1800" b="0" i="0" u="none">
                <a:solidFill>
                  <a:srgbClr val="000000"/>
                </a:solidFill>
                <a:latin typeface="Times New Roman"/>
                <a:ea typeface="Times New Roman"/>
                <a:cs typeface="Times New Roman"/>
              </a:rPr>
              <a:t>The analysis helped identify differences in production and profitability across geographical regions and seasonal conditions.</a:t>
            </a:r>
            <a:endParaRPr lang="en-IN"/>
          </a:p>
        </p:txBody>
      </p:sp>
      <p:sp>
        <p:nvSpPr>
          <p:cNvPr id="354512570" name=""/>
          <p:cNvSpPr/>
          <p:nvPr/>
        </p:nvSpPr>
        <p:spPr bwMode="auto">
          <a:xfrm flipH="0" flipV="0">
            <a:off x="6623361" y="3367991"/>
            <a:ext cx="283536" cy="366119"/>
          </a:xfrm>
          <a:prstGeom prst="rect">
            <a:avLst/>
          </a:prstGeom>
          <a:ln w="28575">
            <a:solidFill>
              <a:schemeClr val="accent1">
                <a:lumMod val="50196"/>
              </a:schemeClr>
            </a:solidFill>
            <a:prstDash val="solid"/>
          </a:ln>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415799538" name=""/>
          <p:cNvPicPr>
            <a:picLocks noChangeAspect="1"/>
          </p:cNvPicPr>
          <p:nvPr/>
        </p:nvPicPr>
        <p:blipFill>
          <a:blip r:embed="rId4"/>
          <a:stretch/>
        </p:blipFill>
        <p:spPr bwMode="auto">
          <a:xfrm flipH="0" flipV="0">
            <a:off x="-50186" y="3474900"/>
            <a:ext cx="4726855" cy="3493020"/>
          </a:xfrm>
          <a:prstGeom prst="rect">
            <a:avLst/>
          </a:prstGeom>
          <a:ln w="28575">
            <a:solidFill>
              <a:schemeClr val="accent1">
                <a:lumMod val="50196"/>
              </a:schemeClr>
            </a:solidFill>
            <a:prstDash val="solid"/>
          </a:ln>
        </p:spPr>
      </p:pic>
      <p:sp>
        <p:nvSpPr>
          <p:cNvPr id="565263147" name=""/>
          <p:cNvSpPr/>
          <p:nvPr/>
        </p:nvSpPr>
        <p:spPr bwMode="auto">
          <a:xfrm>
            <a:off x="5968559" y="3291840"/>
            <a:ext cx="25524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561323609" name=""/>
          <p:cNvPicPr>
            <a:picLocks noChangeAspect="1"/>
          </p:cNvPicPr>
          <p:nvPr/>
        </p:nvPicPr>
        <p:blipFill>
          <a:blip r:embed="rId5"/>
          <a:stretch/>
        </p:blipFill>
        <p:spPr bwMode="auto">
          <a:xfrm flipH="0" flipV="0">
            <a:off x="4676668" y="935495"/>
            <a:ext cx="7521896" cy="6183442"/>
          </a:xfrm>
          <a:prstGeom prst="rect">
            <a:avLst/>
          </a:prstGeom>
          <a:ln w="1904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3244094"/>
                                        </p:tgtEl>
                                        <p:attrNameLst>
                                          <p:attrName>style.visibility</p:attrName>
                                        </p:attrNameLst>
                                      </p:cBhvr>
                                      <p:to>
                                        <p:strVal val="visible"/>
                                      </p:to>
                                    </p:set>
                                    <p:anim calcmode="lin" valueType="num">
                                      <p:cBhvr>
                                        <p:cTn id="7" dur="500" fill="hold"/>
                                        <p:tgtEl>
                                          <p:spTgt spid="123244094"/>
                                        </p:tgtEl>
                                        <p:attrNameLst>
                                          <p:attrName>ppt_w</p:attrName>
                                        </p:attrNameLst>
                                      </p:cBhvr>
                                      <p:tavLst>
                                        <p:tav tm="0">
                                          <p:val>
                                            <p:fltVal val="0"/>
                                          </p:val>
                                        </p:tav>
                                        <p:tav tm="100000">
                                          <p:val>
                                            <p:strVal val="#ppt_w"/>
                                          </p:val>
                                        </p:tav>
                                      </p:tavLst>
                                    </p:anim>
                                    <p:anim calcmode="lin" valueType="num">
                                      <p:cBhvr>
                                        <p:cTn id="8" dur="500" fill="hold"/>
                                        <p:tgtEl>
                                          <p:spTgt spid="123244094"/>
                                        </p:tgtEl>
                                        <p:attrNameLst>
                                          <p:attrName>ppt_h</p:attrName>
                                        </p:attrNameLst>
                                      </p:cBhvr>
                                      <p:tavLst>
                                        <p:tav tm="0">
                                          <p:val>
                                            <p:fltVal val="0"/>
                                          </p:val>
                                        </p:tav>
                                        <p:tav tm="100000">
                                          <p:val>
                                            <p:strVal val="#ppt_h"/>
                                          </p:val>
                                        </p:tav>
                                      </p:tavLst>
                                    </p:anim>
                                    <p:animEffect transition="in" filter="fade">
                                      <p:cBhvr>
                                        <p:cTn id="9" dur="500"/>
                                        <p:tgtEl>
                                          <p:spTgt spid="12324409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376314822"/>
                                        </p:tgtEl>
                                        <p:attrNameLst>
                                          <p:attrName>style.visibility</p:attrName>
                                        </p:attrNameLst>
                                      </p:cBhvr>
                                      <p:to>
                                        <p:strVal val="visible"/>
                                      </p:to>
                                    </p:set>
                                    <p:animEffect transition="in" filter="fade">
                                      <p:cBhvr>
                                        <p:cTn id="14" dur="1000"/>
                                        <p:tgtEl>
                                          <p:spTgt spid="1376314822"/>
                                        </p:tgtEl>
                                      </p:cBhvr>
                                    </p:animEffect>
                                    <p:anim calcmode="lin" valueType="num">
                                      <p:cBhvr>
                                        <p:cTn id="15" dur="1000" fill="hold"/>
                                        <p:tgtEl>
                                          <p:spTgt spid="1376314822"/>
                                        </p:tgtEl>
                                        <p:attrNameLst>
                                          <p:attrName>ppt_x</p:attrName>
                                        </p:attrNameLst>
                                      </p:cBhvr>
                                      <p:tavLst>
                                        <p:tav tm="0">
                                          <p:val>
                                            <p:strVal val="#ppt_x"/>
                                          </p:val>
                                        </p:tav>
                                        <p:tav tm="100000">
                                          <p:val>
                                            <p:strVal val="#ppt_x"/>
                                          </p:val>
                                        </p:tav>
                                      </p:tavLst>
                                    </p:anim>
                                    <p:anim calcmode="lin" valueType="num">
                                      <p:cBhvr>
                                        <p:cTn id="16" dur="1000" fill="hold"/>
                                        <p:tgtEl>
                                          <p:spTgt spid="13763148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90290939"/>
                                        </p:tgtEl>
                                        <p:attrNameLst>
                                          <p:attrName>style.visibility</p:attrName>
                                        </p:attrNameLst>
                                      </p:cBhvr>
                                      <p:to>
                                        <p:strVal val="visible"/>
                                      </p:to>
                                    </p:set>
                                    <p:animEffect transition="in" filter="fade">
                                      <p:cBhvr>
                                        <p:cTn id="21" dur="1000"/>
                                        <p:tgtEl>
                                          <p:spTgt spid="890290939"/>
                                        </p:tgtEl>
                                      </p:cBhvr>
                                    </p:animEffect>
                                    <p:anim calcmode="lin" valueType="num">
                                      <p:cBhvr>
                                        <p:cTn id="22" dur="1000" fill="hold"/>
                                        <p:tgtEl>
                                          <p:spTgt spid="890290939"/>
                                        </p:tgtEl>
                                        <p:attrNameLst>
                                          <p:attrName>ppt_x</p:attrName>
                                        </p:attrNameLst>
                                      </p:cBhvr>
                                      <p:tavLst>
                                        <p:tav tm="0">
                                          <p:val>
                                            <p:strVal val="#ppt_x"/>
                                          </p:val>
                                        </p:tav>
                                        <p:tav tm="100000">
                                          <p:val>
                                            <p:strVal val="#ppt_x"/>
                                          </p:val>
                                        </p:tav>
                                      </p:tavLst>
                                    </p:anim>
                                    <p:anim calcmode="lin" valueType="num">
                                      <p:cBhvr>
                                        <p:cTn id="23" dur="1000" fill="hold"/>
                                        <p:tgtEl>
                                          <p:spTgt spid="89029093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947008807">
                                            <p:txEl>
                                              <p:pRg st="0" end="0"/>
                                            </p:txEl>
                                          </p:spTgt>
                                        </p:tgtEl>
                                        <p:attrNameLst>
                                          <p:attrName>style.visibility</p:attrName>
                                        </p:attrNameLst>
                                      </p:cBhvr>
                                      <p:to>
                                        <p:strVal val="visible"/>
                                      </p:to>
                                    </p:set>
                                    <p:animEffect transition="in" filter="fade">
                                      <p:cBhvr>
                                        <p:cTn id="28" dur="1000"/>
                                        <p:tgtEl>
                                          <p:spTgt spid="1947008807">
                                            <p:txEl>
                                              <p:pRg st="0" end="0"/>
                                            </p:txEl>
                                          </p:spTgt>
                                        </p:tgtEl>
                                      </p:cBhvr>
                                    </p:animEffect>
                                    <p:anim calcmode="lin" valueType="num">
                                      <p:cBhvr>
                                        <p:cTn id="29" dur="1000" fill="hold"/>
                                        <p:tgtEl>
                                          <p:spTgt spid="1947008807">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94700880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44094" grpId="0"/>
      <p:bldP spid="1376314822" grpId="0"/>
      <p:bldP spid="890290939" grpId="0"/>
      <p:bldP spid="1947008807" grpId="0" build="p"/>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99539898"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378848251" name="Title 3"/>
          <p:cNvSpPr>
            <a:spLocks noGrp="1"/>
          </p:cNvSpPr>
          <p:nvPr>
            <p:ph type="title"/>
          </p:nvPr>
        </p:nvSpPr>
        <p:spPr bwMode="auto">
          <a:xfrm flipH="0" flipV="0">
            <a:off x="675956" y="370588"/>
            <a:ext cx="8743182" cy="628755"/>
          </a:xfrm>
          <a:prstGeom prst="rect">
            <a:avLst/>
          </a:prstGeom>
          <a:gradFill>
            <a:gsLst>
              <a:gs pos="0">
                <a:schemeClr val="accent3"/>
              </a:gs>
              <a:gs pos="100000">
                <a:srgbClr val="FFFFFF"/>
              </a:gs>
            </a:gsLst>
            <a:lin ang="0" scaled="1"/>
          </a:gradFill>
          <a:ln w="19049">
            <a:solidFill>
              <a:schemeClr val="accent1">
                <a:lumMod val="50196"/>
              </a:schemeClr>
            </a:solidFill>
            <a:prstDash val="solid"/>
          </a:ln>
        </p:spPr>
        <p:txBody>
          <a:bodyPr>
            <a:normAutofit/>
          </a:bodyPr>
          <a:lstStyle/>
          <a:p>
            <a:pPr>
              <a:defRPr/>
            </a:pPr>
            <a:r>
              <a:rPr sz="2400" b="0" i="0" u="none">
                <a:solidFill>
                  <a:srgbClr val="000000"/>
                </a:solidFill>
                <a:latin typeface="Arial Black"/>
                <a:ea typeface="Arial Black"/>
                <a:cs typeface="Arial Black"/>
              </a:rPr>
              <a:t>RESULT 5: Crop Performance &amp; Final Insights 🌱📊</a:t>
            </a:r>
            <a:endParaRPr sz="2400">
              <a:latin typeface="Arial Black"/>
              <a:cs typeface="Arial Black"/>
            </a:endParaRPr>
          </a:p>
        </p:txBody>
      </p:sp>
      <p:sp>
        <p:nvSpPr>
          <p:cNvPr id="895967832" name="Text Placeholder 30"/>
          <p:cNvSpPr txBox="1"/>
          <p:nvPr/>
        </p:nvSpPr>
        <p:spPr bwMode="auto">
          <a:xfrm flipH="0" flipV="0">
            <a:off x="102375" y="1322215"/>
            <a:ext cx="7068239" cy="1425981"/>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651358710"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767401741" name="Text Placeholder 1"/>
          <p:cNvSpPr>
            <a:spLocks noGrp="1"/>
          </p:cNvSpPr>
          <p:nvPr>
            <p:ph type="body" sz="quarter" idx="12"/>
          </p:nvPr>
        </p:nvSpPr>
        <p:spPr bwMode="auto">
          <a:xfrm flipH="0" flipV="0">
            <a:off x="7342376" y="1061803"/>
            <a:ext cx="4793729" cy="2271055"/>
          </a:xfrm>
          <a:prstGeom prst="rect">
            <a:avLst/>
          </a:prstGeom>
          <a:solidFill>
            <a:schemeClr val="accent3"/>
          </a:solidFill>
          <a:ln w="28575">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normAutofit/>
          </a:bodyPr>
          <a:lstStyle/>
          <a:p>
            <a:pPr marL="0" indent="0">
              <a:buClr>
                <a:schemeClr val="accent4"/>
              </a:buClr>
              <a:buSzPct val="80000"/>
              <a:buFont typeface="Wingdings"/>
              <a:buNone/>
              <a:defRPr/>
            </a:pPr>
            <a:r>
              <a:rPr sz="1800" b="0" i="0" u="none">
                <a:solidFill>
                  <a:srgbClr val="000000"/>
                </a:solidFill>
                <a:latin typeface="Times New Roman"/>
                <a:ea typeface="Times New Roman"/>
                <a:cs typeface="Times New Roman"/>
              </a:rPr>
              <a:t>Crop performance was analyzed across different seasons to identify variations in yield and agricultural productivity.</a:t>
            </a:r>
            <a:endParaRPr sz="1800"/>
          </a:p>
          <a:p>
            <a:pPr marL="0" indent="0">
              <a:buClr>
                <a:schemeClr val="accent4"/>
              </a:buClr>
              <a:buSzPct val="80000"/>
              <a:buFont typeface="Wingdings"/>
              <a:buNone/>
              <a:defRPr/>
            </a:pPr>
            <a:r>
              <a:rPr sz="1800" b="0" i="0" u="none">
                <a:solidFill>
                  <a:srgbClr val="000000"/>
                </a:solidFill>
                <a:latin typeface="Times New Roman"/>
                <a:ea typeface="Times New Roman"/>
                <a:cs typeface="Times New Roman"/>
              </a:rPr>
              <a:t>The final analysis identified the best-performing season, crop, and state based on key agricultural performance indicators.</a:t>
            </a:r>
            <a:endParaRPr/>
          </a:p>
        </p:txBody>
      </p:sp>
      <p:sp>
        <p:nvSpPr>
          <p:cNvPr id="1923617913" name=""/>
          <p:cNvSpPr/>
          <p:nvPr/>
        </p:nvSpPr>
        <p:spPr bwMode="auto">
          <a:xfrm>
            <a:off x="5905819" y="4697167"/>
            <a:ext cx="255240"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0" i="0" u="none">
                <a:solidFill>
                  <a:srgbClr val="000000"/>
                </a:solidFill>
                <a:latin typeface="Times New Roman"/>
                <a:ea typeface="Times New Roman"/>
                <a:cs typeface="Times New Roman"/>
              </a:rPr>
              <a:t> </a:t>
            </a:r>
            <a:endParaRPr/>
          </a:p>
        </p:txBody>
      </p:sp>
      <p:pic>
        <p:nvPicPr>
          <p:cNvPr id="67970537" name=""/>
          <p:cNvPicPr>
            <a:picLocks noChangeAspect="1"/>
          </p:cNvPicPr>
          <p:nvPr/>
        </p:nvPicPr>
        <p:blipFill>
          <a:blip r:embed="rId4"/>
          <a:stretch/>
        </p:blipFill>
        <p:spPr bwMode="auto">
          <a:xfrm flipH="0" flipV="0">
            <a:off x="160986" y="1186721"/>
            <a:ext cx="7009628" cy="5574467"/>
          </a:xfrm>
          <a:prstGeom prst="rect">
            <a:avLst/>
          </a:prstGeom>
          <a:ln w="28575">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78848251"/>
                                        </p:tgtEl>
                                        <p:attrNameLst>
                                          <p:attrName>style.visibility</p:attrName>
                                        </p:attrNameLst>
                                      </p:cBhvr>
                                      <p:to>
                                        <p:strVal val="visible"/>
                                      </p:to>
                                    </p:set>
                                    <p:anim calcmode="lin" valueType="num">
                                      <p:cBhvr>
                                        <p:cTn id="7" dur="500" fill="hold"/>
                                        <p:tgtEl>
                                          <p:spTgt spid="378848251"/>
                                        </p:tgtEl>
                                        <p:attrNameLst>
                                          <p:attrName>ppt_w</p:attrName>
                                        </p:attrNameLst>
                                      </p:cBhvr>
                                      <p:tavLst>
                                        <p:tav tm="0">
                                          <p:val>
                                            <p:fltVal val="0"/>
                                          </p:val>
                                        </p:tav>
                                        <p:tav tm="100000">
                                          <p:val>
                                            <p:strVal val="#ppt_w"/>
                                          </p:val>
                                        </p:tav>
                                      </p:tavLst>
                                    </p:anim>
                                    <p:anim calcmode="lin" valueType="num">
                                      <p:cBhvr>
                                        <p:cTn id="8" dur="500" fill="hold"/>
                                        <p:tgtEl>
                                          <p:spTgt spid="378848251"/>
                                        </p:tgtEl>
                                        <p:attrNameLst>
                                          <p:attrName>ppt_h</p:attrName>
                                        </p:attrNameLst>
                                      </p:cBhvr>
                                      <p:tavLst>
                                        <p:tav tm="0">
                                          <p:val>
                                            <p:fltVal val="0"/>
                                          </p:val>
                                        </p:tav>
                                        <p:tav tm="100000">
                                          <p:val>
                                            <p:strVal val="#ppt_h"/>
                                          </p:val>
                                        </p:tav>
                                      </p:tavLst>
                                    </p:anim>
                                    <p:animEffect transition="in" filter="fade">
                                      <p:cBhvr>
                                        <p:cTn id="9" dur="500"/>
                                        <p:tgtEl>
                                          <p:spTgt spid="378848251"/>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95967832"/>
                                        </p:tgtEl>
                                        <p:attrNameLst>
                                          <p:attrName>style.visibility</p:attrName>
                                        </p:attrNameLst>
                                      </p:cBhvr>
                                      <p:to>
                                        <p:strVal val="visible"/>
                                      </p:to>
                                    </p:set>
                                    <p:animEffect transition="in" filter="fade">
                                      <p:cBhvr>
                                        <p:cTn id="14" dur="1000"/>
                                        <p:tgtEl>
                                          <p:spTgt spid="895967832"/>
                                        </p:tgtEl>
                                      </p:cBhvr>
                                    </p:animEffect>
                                    <p:anim calcmode="lin" valueType="num">
                                      <p:cBhvr>
                                        <p:cTn id="15" dur="1000" fill="hold"/>
                                        <p:tgtEl>
                                          <p:spTgt spid="895967832"/>
                                        </p:tgtEl>
                                        <p:attrNameLst>
                                          <p:attrName>ppt_x</p:attrName>
                                        </p:attrNameLst>
                                      </p:cBhvr>
                                      <p:tavLst>
                                        <p:tav tm="0">
                                          <p:val>
                                            <p:strVal val="#ppt_x"/>
                                          </p:val>
                                        </p:tav>
                                        <p:tav tm="100000">
                                          <p:val>
                                            <p:strVal val="#ppt_x"/>
                                          </p:val>
                                        </p:tav>
                                      </p:tavLst>
                                    </p:anim>
                                    <p:anim calcmode="lin" valueType="num">
                                      <p:cBhvr>
                                        <p:cTn id="16" dur="1000" fill="hold"/>
                                        <p:tgtEl>
                                          <p:spTgt spid="89596783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651358710"/>
                                        </p:tgtEl>
                                        <p:attrNameLst>
                                          <p:attrName>style.visibility</p:attrName>
                                        </p:attrNameLst>
                                      </p:cBhvr>
                                      <p:to>
                                        <p:strVal val="visible"/>
                                      </p:to>
                                    </p:set>
                                    <p:animEffect transition="in" filter="fade">
                                      <p:cBhvr>
                                        <p:cTn id="21" dur="1000"/>
                                        <p:tgtEl>
                                          <p:spTgt spid="1651358710"/>
                                        </p:tgtEl>
                                      </p:cBhvr>
                                    </p:animEffect>
                                    <p:anim calcmode="lin" valueType="num">
                                      <p:cBhvr>
                                        <p:cTn id="22" dur="1000" fill="hold"/>
                                        <p:tgtEl>
                                          <p:spTgt spid="1651358710"/>
                                        </p:tgtEl>
                                        <p:attrNameLst>
                                          <p:attrName>ppt_x</p:attrName>
                                        </p:attrNameLst>
                                      </p:cBhvr>
                                      <p:tavLst>
                                        <p:tav tm="0">
                                          <p:val>
                                            <p:strVal val="#ppt_x"/>
                                          </p:val>
                                        </p:tav>
                                        <p:tav tm="100000">
                                          <p:val>
                                            <p:strVal val="#ppt_x"/>
                                          </p:val>
                                        </p:tav>
                                      </p:tavLst>
                                    </p:anim>
                                    <p:anim calcmode="lin" valueType="num">
                                      <p:cBhvr>
                                        <p:cTn id="23" dur="1000" fill="hold"/>
                                        <p:tgtEl>
                                          <p:spTgt spid="16513587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67401741">
                                            <p:txEl>
                                              <p:pRg st="0" end="0"/>
                                            </p:txEl>
                                          </p:spTgt>
                                        </p:tgtEl>
                                        <p:attrNameLst>
                                          <p:attrName>style.visibility</p:attrName>
                                        </p:attrNameLst>
                                      </p:cBhvr>
                                      <p:to>
                                        <p:strVal val="visible"/>
                                      </p:to>
                                    </p:set>
                                    <p:animEffect transition="in" filter="fade">
                                      <p:cBhvr>
                                        <p:cTn id="28" dur="1000"/>
                                        <p:tgtEl>
                                          <p:spTgt spid="1767401741">
                                            <p:txEl>
                                              <p:pRg st="0" end="0"/>
                                            </p:txEl>
                                          </p:spTgt>
                                        </p:tgtEl>
                                      </p:cBhvr>
                                    </p:animEffect>
                                    <p:anim calcmode="lin" valueType="num">
                                      <p:cBhvr>
                                        <p:cTn id="29" dur="1000" fill="hold"/>
                                        <p:tgtEl>
                                          <p:spTgt spid="1767401741">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76740174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48251" grpId="0"/>
      <p:bldP spid="895967832" grpId="0"/>
      <p:bldP spid="1651358710" grpId="0"/>
      <p:bldP spid="1767401741" grpId="0" build="p"/>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863134"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1205713227"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294357666"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pic>
        <p:nvPicPr>
          <p:cNvPr id="1037780886" name=""/>
          <p:cNvPicPr>
            <a:picLocks noChangeAspect="1"/>
          </p:cNvPicPr>
          <p:nvPr/>
        </p:nvPicPr>
        <p:blipFill>
          <a:blip r:embed="rId4"/>
          <a:stretch/>
        </p:blipFill>
        <p:spPr bwMode="auto">
          <a:xfrm flipH="0" flipV="0">
            <a:off x="81516" y="140532"/>
            <a:ext cx="11960901" cy="6620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205713227"/>
                                        </p:tgtEl>
                                        <p:attrNameLst>
                                          <p:attrName>style.visibility</p:attrName>
                                        </p:attrNameLst>
                                      </p:cBhvr>
                                      <p:to>
                                        <p:strVal val="visible"/>
                                      </p:to>
                                    </p:set>
                                    <p:animEffect transition="in" filter="fade">
                                      <p:cBhvr>
                                        <p:cTn id="14" dur="1000"/>
                                        <p:tgtEl>
                                          <p:spTgt spid="1205713227"/>
                                        </p:tgtEl>
                                      </p:cBhvr>
                                    </p:animEffect>
                                    <p:anim calcmode="lin" valueType="num">
                                      <p:cBhvr>
                                        <p:cTn id="15" dur="1000" fill="hold"/>
                                        <p:tgtEl>
                                          <p:spTgt spid="1205713227"/>
                                        </p:tgtEl>
                                        <p:attrNameLst>
                                          <p:attrName>ppt_x</p:attrName>
                                        </p:attrNameLst>
                                      </p:cBhvr>
                                      <p:tavLst>
                                        <p:tav tm="0">
                                          <p:val>
                                            <p:strVal val="#ppt_x"/>
                                          </p:val>
                                        </p:tav>
                                        <p:tav tm="100000">
                                          <p:val>
                                            <p:strVal val="#ppt_x"/>
                                          </p:val>
                                        </p:tav>
                                      </p:tavLst>
                                    </p:anim>
                                    <p:anim calcmode="lin" valueType="num">
                                      <p:cBhvr>
                                        <p:cTn id="16" dur="1000" fill="hold"/>
                                        <p:tgtEl>
                                          <p:spTgt spid="120571322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294357666"/>
                                        </p:tgtEl>
                                        <p:attrNameLst>
                                          <p:attrName>style.visibility</p:attrName>
                                        </p:attrNameLst>
                                      </p:cBhvr>
                                      <p:to>
                                        <p:strVal val="visible"/>
                                      </p:to>
                                    </p:set>
                                    <p:animEffect transition="in" filter="fade">
                                      <p:cBhvr>
                                        <p:cTn id="21" dur="1000"/>
                                        <p:tgtEl>
                                          <p:spTgt spid="294357666"/>
                                        </p:tgtEl>
                                      </p:cBhvr>
                                    </p:animEffect>
                                    <p:anim calcmode="lin" valueType="num">
                                      <p:cBhvr>
                                        <p:cTn id="22" dur="1000" fill="hold"/>
                                        <p:tgtEl>
                                          <p:spTgt spid="294357666"/>
                                        </p:tgtEl>
                                        <p:attrNameLst>
                                          <p:attrName>ppt_x</p:attrName>
                                        </p:attrNameLst>
                                      </p:cBhvr>
                                      <p:tavLst>
                                        <p:tav tm="0">
                                          <p:val>
                                            <p:strVal val="#ppt_x"/>
                                          </p:val>
                                        </p:tav>
                                        <p:tav tm="100000">
                                          <p:val>
                                            <p:strVal val="#ppt_x"/>
                                          </p:val>
                                        </p:tav>
                                      </p:tavLst>
                                    </p:anim>
                                    <p:anim calcmode="lin" valueType="num">
                                      <p:cBhvr>
                                        <p:cTn id="23" dur="1000" fill="hold"/>
                                        <p:tgtEl>
                                          <p:spTgt spid="2943576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5713227" grpId="0"/>
      <p:bldP spid="294357666" grpId="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02266109"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69042886" name="Title 3"/>
          <p:cNvSpPr>
            <a:spLocks noGrp="1"/>
          </p:cNvSpPr>
          <p:nvPr>
            <p:ph type="title"/>
          </p:nvPr>
        </p:nvSpPr>
        <p:spPr bwMode="auto">
          <a:xfrm flipH="0" flipV="0">
            <a:off x="2439344" y="859872"/>
            <a:ext cx="6532574" cy="830997"/>
          </a:xfrm>
          <a:prstGeom prst="rect">
            <a:avLst/>
          </a:prstGeom>
          <a:gradFill>
            <a:gsLst>
              <a:gs pos="0">
                <a:schemeClr val="accent3"/>
              </a:gs>
              <a:gs pos="100000">
                <a:srgbClr val="FFFFFF"/>
              </a:gs>
            </a:gsLst>
            <a:lin ang="0" scaled="1"/>
          </a:gradFill>
        </p:spPr>
        <p:txBody>
          <a:bodyPr>
            <a:normAutofit/>
          </a:bodyPr>
          <a:lstStyle/>
          <a:p>
            <a:pPr>
              <a:defRPr/>
            </a:pPr>
            <a:r>
              <a:rPr lang="en-US" sz="4000"/>
              <a:t>            </a:t>
            </a:r>
            <a:r>
              <a:rPr lang="en-IN" sz="4000"/>
              <a:t>GitHub Link</a:t>
            </a:r>
            <a:endParaRPr/>
          </a:p>
        </p:txBody>
      </p:sp>
      <p:sp>
        <p:nvSpPr>
          <p:cNvPr id="374303062"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570113979" name=""/>
          <p:cNvSpPr txBox="1"/>
          <p:nvPr/>
        </p:nvSpPr>
        <p:spPr bwMode="auto">
          <a:xfrm rot="0" flipH="0" flipV="0">
            <a:off x="1080860" y="2482745"/>
            <a:ext cx="9715977" cy="366119"/>
          </a:xfrm>
          <a:prstGeom prst="rect">
            <a:avLst/>
          </a:prstGeom>
          <a:noFill/>
          <a:ln w="19049">
            <a:solidFill>
              <a:schemeClr val="accent1">
                <a:lumMod val="50196"/>
              </a:schemeClr>
            </a:solidFill>
            <a:prstDash val="solid"/>
          </a:ln>
        </p:spPr>
        <p:txBody>
          <a:bodyPr vertOverflow="overflow" horzOverflow="overflow" vert="horz" wrap="square" lIns="91440" tIns="45720" rIns="91440" bIns="45720" numCol="1" spcCol="0" rtlCol="0" fromWordArt="0" anchor="t" anchorCtr="0" forceAA="0" upright="0" compatLnSpc="0">
            <a:spAutoFit/>
          </a:bodyPr>
          <a:p>
            <a:pPr>
              <a:defRPr/>
            </a:pPr>
            <a:r>
              <a:rPr lang="en-US" sz="1800" b="0" i="0" u="sng" strike="noStrike" cap="none" spc="0">
                <a:solidFill>
                  <a:schemeClr val="accent1"/>
                </a:solidFill>
                <a:latin typeface="Trebuchet MS"/>
                <a:ea typeface="Trebuchet MS"/>
                <a:cs typeface="Trebuchet MS"/>
              </a:rPr>
              <a:t>https://github.com/mamididurgabhavani/Seasonal-Agriculture-Performance-Analysis</a:t>
            </a:r>
            <a:endParaRPr u="sng">
              <a:solidFill>
                <a:schemeClr val="accent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9042886"/>
                                        </p:tgtEl>
                                        <p:attrNameLst>
                                          <p:attrName>style.visibility</p:attrName>
                                        </p:attrNameLst>
                                      </p:cBhvr>
                                      <p:to>
                                        <p:strVal val="visible"/>
                                      </p:to>
                                    </p:set>
                                    <p:anim calcmode="lin" valueType="num">
                                      <p:cBhvr>
                                        <p:cTn id="7" dur="500" fill="hold"/>
                                        <p:tgtEl>
                                          <p:spTgt spid="69042886"/>
                                        </p:tgtEl>
                                        <p:attrNameLst>
                                          <p:attrName>ppt_w</p:attrName>
                                        </p:attrNameLst>
                                      </p:cBhvr>
                                      <p:tavLst>
                                        <p:tav tm="0">
                                          <p:val>
                                            <p:fltVal val="0"/>
                                          </p:val>
                                        </p:tav>
                                        <p:tav tm="100000">
                                          <p:val>
                                            <p:strVal val="#ppt_w"/>
                                          </p:val>
                                        </p:tav>
                                      </p:tavLst>
                                    </p:anim>
                                    <p:anim calcmode="lin" valueType="num">
                                      <p:cBhvr>
                                        <p:cTn id="8" dur="500" fill="hold"/>
                                        <p:tgtEl>
                                          <p:spTgt spid="69042886"/>
                                        </p:tgtEl>
                                        <p:attrNameLst>
                                          <p:attrName>ppt_h</p:attrName>
                                        </p:attrNameLst>
                                      </p:cBhvr>
                                      <p:tavLst>
                                        <p:tav tm="0">
                                          <p:val>
                                            <p:fltVal val="0"/>
                                          </p:val>
                                        </p:tav>
                                        <p:tav tm="100000">
                                          <p:val>
                                            <p:strVal val="#ppt_h"/>
                                          </p:val>
                                        </p:tav>
                                      </p:tavLst>
                                    </p:anim>
                                    <p:animEffect transition="in" filter="fade">
                                      <p:cBhvr>
                                        <p:cTn id="9" dur="500"/>
                                        <p:tgtEl>
                                          <p:spTgt spid="6904288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374303062"/>
                                        </p:tgtEl>
                                        <p:attrNameLst>
                                          <p:attrName>style.visibility</p:attrName>
                                        </p:attrNameLst>
                                      </p:cBhvr>
                                      <p:to>
                                        <p:strVal val="visible"/>
                                      </p:to>
                                    </p:set>
                                    <p:animEffect transition="in" filter="fade">
                                      <p:cBhvr>
                                        <p:cTn id="14" dur="1000"/>
                                        <p:tgtEl>
                                          <p:spTgt spid="374303062"/>
                                        </p:tgtEl>
                                      </p:cBhvr>
                                    </p:animEffect>
                                    <p:anim calcmode="lin" valueType="num">
                                      <p:cBhvr>
                                        <p:cTn id="15" dur="1000" fill="hold"/>
                                        <p:tgtEl>
                                          <p:spTgt spid="374303062"/>
                                        </p:tgtEl>
                                        <p:attrNameLst>
                                          <p:attrName>ppt_x</p:attrName>
                                        </p:attrNameLst>
                                      </p:cBhvr>
                                      <p:tavLst>
                                        <p:tav tm="0">
                                          <p:val>
                                            <p:strVal val="#ppt_x"/>
                                          </p:val>
                                        </p:tav>
                                        <p:tav tm="100000">
                                          <p:val>
                                            <p:strVal val="#ppt_x"/>
                                          </p:val>
                                        </p:tav>
                                      </p:tavLst>
                                    </p:anim>
                                    <p:anim calcmode="lin" valueType="num">
                                      <p:cBhvr>
                                        <p:cTn id="16" dur="1000" fill="hold"/>
                                        <p:tgtEl>
                                          <p:spTgt spid="3743030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42886" grpId="0"/>
      <p:bldP spid="374303062" grpId="0"/>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07088946" name="Picture 4"/>
          <p:cNvPicPr>
            <a:picLocks noChangeAspect="1"/>
          </p:cNvPicPr>
          <p:nvPr/>
        </p:nvPicPr>
        <p:blipFill>
          <a:blip r:embed="rId3"/>
          <a:srcRect l="0" t="96181" r="0" b="0"/>
          <a:stretch/>
        </p:blipFill>
        <p:spPr bwMode="auto">
          <a:xfrm>
            <a:off x="675957" y="6471919"/>
            <a:ext cx="2143125" cy="193040"/>
          </a:xfrm>
          <a:prstGeom prst="rect">
            <a:avLst/>
          </a:prstGeom>
        </p:spPr>
      </p:pic>
      <p:sp>
        <p:nvSpPr>
          <p:cNvPr id="471904408" name="Title 3"/>
          <p:cNvSpPr>
            <a:spLocks noGrp="1"/>
          </p:cNvSpPr>
          <p:nvPr>
            <p:ph type="title"/>
          </p:nvPr>
        </p:nvSpPr>
        <p:spPr bwMode="auto">
          <a:xfrm>
            <a:off x="675957" y="370588"/>
            <a:ext cx="8351388" cy="884658"/>
          </a:xfrm>
        </p:spPr>
        <p:txBody>
          <a:bodyPr>
            <a:normAutofit fontScale="90000"/>
          </a:bodyPr>
          <a:lstStyle/>
          <a:p>
            <a:pPr>
              <a:defRPr/>
            </a:pPr>
            <a:r>
              <a:rPr lang="en-IN" sz="3200"/>
              <a:t>VOIS Course completion certificate - </a:t>
            </a:r>
            <a:br>
              <a:rPr lang="en-IN" sz="3200"/>
            </a:br>
            <a:r>
              <a:rPr lang="en-IN" sz="3200"/>
              <a:t>Course name- Data Visualization </a:t>
            </a:r>
            <a:endParaRPr/>
          </a:p>
        </p:txBody>
      </p:sp>
      <p:sp>
        <p:nvSpPr>
          <p:cNvPr id="591641855" name="Text Placeholder 30"/>
          <p:cNvSpPr txBox="1"/>
          <p:nvPr/>
        </p:nvSpPr>
        <p:spPr bwMode="auto">
          <a:xfrm>
            <a:off x="320982"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sp>
        <p:nvSpPr>
          <p:cNvPr id="1921896573" name="Text Placeholder 30"/>
          <p:cNvSpPr txBox="1"/>
          <p:nvPr/>
        </p:nvSpPr>
        <p:spPr bwMode="auto">
          <a:xfrm>
            <a:off x="4345694" y="1275371"/>
            <a:ext cx="3343561" cy="666078"/>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sz="2000"/>
          </a:p>
        </p:txBody>
      </p:sp>
      <p:pic>
        <p:nvPicPr>
          <p:cNvPr id="525869435" name=""/>
          <p:cNvPicPr>
            <a:picLocks noChangeAspect="1"/>
          </p:cNvPicPr>
          <p:nvPr/>
        </p:nvPicPr>
        <p:blipFill>
          <a:blip r:embed="rId4"/>
          <a:stretch/>
        </p:blipFill>
        <p:spPr bwMode="auto">
          <a:xfrm flipH="0" flipV="0">
            <a:off x="752950" y="1452171"/>
            <a:ext cx="10477499" cy="52777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71904408"/>
                                        </p:tgtEl>
                                        <p:attrNameLst>
                                          <p:attrName>style.visibility</p:attrName>
                                        </p:attrNameLst>
                                      </p:cBhvr>
                                      <p:to>
                                        <p:strVal val="visible"/>
                                      </p:to>
                                    </p:set>
                                    <p:anim calcmode="lin" valueType="num">
                                      <p:cBhvr>
                                        <p:cTn id="7" dur="500" fill="hold"/>
                                        <p:tgtEl>
                                          <p:spTgt spid="471904408"/>
                                        </p:tgtEl>
                                        <p:attrNameLst>
                                          <p:attrName>ppt_w</p:attrName>
                                        </p:attrNameLst>
                                      </p:cBhvr>
                                      <p:tavLst>
                                        <p:tav tm="0">
                                          <p:val>
                                            <p:fltVal val="0"/>
                                          </p:val>
                                        </p:tav>
                                        <p:tav tm="100000">
                                          <p:val>
                                            <p:strVal val="#ppt_w"/>
                                          </p:val>
                                        </p:tav>
                                      </p:tavLst>
                                    </p:anim>
                                    <p:anim calcmode="lin" valueType="num">
                                      <p:cBhvr>
                                        <p:cTn id="8" dur="500" fill="hold"/>
                                        <p:tgtEl>
                                          <p:spTgt spid="471904408"/>
                                        </p:tgtEl>
                                        <p:attrNameLst>
                                          <p:attrName>ppt_h</p:attrName>
                                        </p:attrNameLst>
                                      </p:cBhvr>
                                      <p:tavLst>
                                        <p:tav tm="0">
                                          <p:val>
                                            <p:fltVal val="0"/>
                                          </p:val>
                                        </p:tav>
                                        <p:tav tm="100000">
                                          <p:val>
                                            <p:strVal val="#ppt_h"/>
                                          </p:val>
                                        </p:tav>
                                      </p:tavLst>
                                    </p:anim>
                                    <p:animEffect transition="in" filter="fade">
                                      <p:cBhvr>
                                        <p:cTn id="9" dur="500"/>
                                        <p:tgtEl>
                                          <p:spTgt spid="47190440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591641855"/>
                                        </p:tgtEl>
                                        <p:attrNameLst>
                                          <p:attrName>style.visibility</p:attrName>
                                        </p:attrNameLst>
                                      </p:cBhvr>
                                      <p:to>
                                        <p:strVal val="visible"/>
                                      </p:to>
                                    </p:set>
                                    <p:animEffect transition="in" filter="fade">
                                      <p:cBhvr>
                                        <p:cTn id="14" dur="1000"/>
                                        <p:tgtEl>
                                          <p:spTgt spid="591641855"/>
                                        </p:tgtEl>
                                      </p:cBhvr>
                                    </p:animEffect>
                                    <p:anim calcmode="lin" valueType="num">
                                      <p:cBhvr>
                                        <p:cTn id="15" dur="1000" fill="hold"/>
                                        <p:tgtEl>
                                          <p:spTgt spid="591641855"/>
                                        </p:tgtEl>
                                        <p:attrNameLst>
                                          <p:attrName>ppt_x</p:attrName>
                                        </p:attrNameLst>
                                      </p:cBhvr>
                                      <p:tavLst>
                                        <p:tav tm="0">
                                          <p:val>
                                            <p:strVal val="#ppt_x"/>
                                          </p:val>
                                        </p:tav>
                                        <p:tav tm="100000">
                                          <p:val>
                                            <p:strVal val="#ppt_x"/>
                                          </p:val>
                                        </p:tav>
                                      </p:tavLst>
                                    </p:anim>
                                    <p:anim calcmode="lin" valueType="num">
                                      <p:cBhvr>
                                        <p:cTn id="16" dur="1000" fill="hold"/>
                                        <p:tgtEl>
                                          <p:spTgt spid="59164185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1921896573"/>
                                        </p:tgtEl>
                                        <p:attrNameLst>
                                          <p:attrName>style.visibility</p:attrName>
                                        </p:attrNameLst>
                                      </p:cBhvr>
                                      <p:to>
                                        <p:strVal val="visible"/>
                                      </p:to>
                                    </p:set>
                                    <p:animEffect transition="in" filter="fade">
                                      <p:cBhvr>
                                        <p:cTn id="21" dur="1000"/>
                                        <p:tgtEl>
                                          <p:spTgt spid="1921896573"/>
                                        </p:tgtEl>
                                      </p:cBhvr>
                                    </p:animEffect>
                                    <p:anim calcmode="lin" valueType="num">
                                      <p:cBhvr>
                                        <p:cTn id="22" dur="1000" fill="hold"/>
                                        <p:tgtEl>
                                          <p:spTgt spid="1921896573"/>
                                        </p:tgtEl>
                                        <p:attrNameLst>
                                          <p:attrName>ppt_x</p:attrName>
                                        </p:attrNameLst>
                                      </p:cBhvr>
                                      <p:tavLst>
                                        <p:tav tm="0">
                                          <p:val>
                                            <p:strVal val="#ppt_x"/>
                                          </p:val>
                                        </p:tav>
                                        <p:tav tm="100000">
                                          <p:val>
                                            <p:strVal val="#ppt_x"/>
                                          </p:val>
                                        </p:tav>
                                      </p:tavLst>
                                    </p:anim>
                                    <p:anim calcmode="lin" valueType="num">
                                      <p:cBhvr>
                                        <p:cTn id="23" dur="1000" fill="hold"/>
                                        <p:tgtEl>
                                          <p:spTgt spid="19218965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904408" grpId="0"/>
      <p:bldP spid="591641855" grpId="0"/>
      <p:bldP spid="1921896573" grpId="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5778252" name="Title 1"/>
          <p:cNvSpPr>
            <a:spLocks noGrp="1"/>
          </p:cNvSpPr>
          <p:nvPr>
            <p:ph type="title"/>
          </p:nvPr>
        </p:nvSpPr>
        <p:spPr bwMode="auto">
          <a:xfrm flipH="0" flipV="0">
            <a:off x="1377540" y="796352"/>
            <a:ext cx="9243934" cy="5277786"/>
          </a:xfrm>
          <a:prstGeom prst="rect">
            <a:avLst/>
          </a:prstGeom>
          <a:gradFill>
            <a:gsLst>
              <a:gs pos="0">
                <a:schemeClr val="accent3"/>
              </a:gs>
              <a:gs pos="100000">
                <a:srgbClr val="FFFFFF"/>
              </a:gs>
            </a:gsLst>
            <a:lin ang="0" scaled="1"/>
          </a:gradFill>
          <a:ln w="19049">
            <a:solidFill>
              <a:schemeClr val="accent1">
                <a:lumMod val="50196"/>
              </a:schemeClr>
            </a:solidFill>
            <a:prstDash val="solid"/>
          </a:ln>
        </p:spPr>
        <p:txBody>
          <a:bodyPr vertOverflow="overflow" horzOverflow="overflow" vert="horz" wrap="square" lIns="91440" tIns="45720" rIns="91440" bIns="45720" numCol="1" spcCol="0" rtlCol="0" fromWordArt="0" anchor="ctr" anchorCtr="0" forceAA="0" upright="0" compatLnSpc="0">
            <a:normAutofit/>
          </a:bodyPr>
          <a:lstStyle/>
          <a:p>
            <a:pPr algn="ctr">
              <a:defRPr/>
            </a:pPr>
            <a:r>
              <a:rPr lang="en-US" sz="4800" b="1">
                <a:solidFill>
                  <a:schemeClr val="tx1"/>
                </a:solidFill>
              </a:rPr>
              <a:t>Thank you</a:t>
            </a:r>
            <a:endParaRPr/>
          </a:p>
        </p:txBody>
      </p:sp>
      <p:sp>
        <p:nvSpPr>
          <p:cNvPr id="1195805585" name="Text Placeholder 30"/>
          <p:cNvSpPr>
            <a:spLocks noGrp="1"/>
          </p:cNvSpPr>
          <p:nvPr>
            <p:ph type="body" sz="quarter" idx="13"/>
          </p:nvPr>
        </p:nvSpPr>
        <p:spPr bwMode="auto">
          <a:xfrm>
            <a:off x="3727865" y="4641924"/>
            <a:ext cx="2139695" cy="1108635"/>
          </a:xfrm>
        </p:spPr>
        <p:txBody>
          <a:bodyPr>
            <a:normAutofit/>
          </a:bodyPr>
          <a:lstStyle/>
          <a:p>
            <a:pPr>
              <a:defRPr/>
            </a:pPr>
            <a:r>
              <a:rPr lang="en-US"/>
              <a:t>.</a:t>
            </a:r>
            <a:endParaRPr/>
          </a:p>
        </p:txBody>
      </p:sp>
      <p:sp>
        <p:nvSpPr>
          <p:cNvPr id="674341222" name="Text Placeholder 28"/>
          <p:cNvSpPr txBox="1"/>
          <p:nvPr/>
        </p:nvSpPr>
        <p:spPr bwMode="auto">
          <a:xfrm>
            <a:off x="878337" y="4134780"/>
            <a:ext cx="2596574" cy="453919"/>
          </a:xfrm>
          <a:prstGeom prst="rect">
            <a:avLst/>
          </a:prstGeom>
        </p:spPr>
        <p:txBody>
          <a:bodyPr vert="horz" lIns="91440" tIns="45720" rIns="91440" bIns="45720" rtlCol="0">
            <a:normAutofit lnSpcReduction="10000"/>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400"/>
          </a:p>
        </p:txBody>
      </p:sp>
      <p:sp>
        <p:nvSpPr>
          <p:cNvPr id="2035837386" name="Text Placeholder 28"/>
          <p:cNvSpPr txBox="1"/>
          <p:nvPr/>
        </p:nvSpPr>
        <p:spPr bwMode="auto">
          <a:xfrm>
            <a:off x="5353508" y="3962573"/>
            <a:ext cx="2596574" cy="453919"/>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200"/>
          </a:p>
        </p:txBody>
      </p:sp>
      <p:sp>
        <p:nvSpPr>
          <p:cNvPr id="1647351190" name="Text Placeholder 28"/>
          <p:cNvSpPr txBox="1"/>
          <p:nvPr/>
        </p:nvSpPr>
        <p:spPr bwMode="auto">
          <a:xfrm>
            <a:off x="7789163" y="3962572"/>
            <a:ext cx="2596574" cy="453919"/>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2000" b="1">
                <a:solidFill>
                  <a:schemeClr val="accent4"/>
                </a:solidFill>
                <a:latin typeface="+mj-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IN" sz="2200"/>
          </a:p>
        </p:txBody>
      </p:sp>
      <p:sp>
        <p:nvSpPr>
          <p:cNvPr id="602113095" name="Text Placeholder 30"/>
          <p:cNvSpPr txBox="1"/>
          <p:nvPr/>
        </p:nvSpPr>
        <p:spPr bwMode="auto">
          <a:xfrm>
            <a:off x="6096000" y="4641924"/>
            <a:ext cx="2139695" cy="1108635"/>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endParaRPr lang="en-GB"/>
          </a:p>
        </p:txBody>
      </p:sp>
      <p:sp>
        <p:nvSpPr>
          <p:cNvPr id="1884062215" name="Text Placeholder 30"/>
          <p:cNvSpPr txBox="1"/>
          <p:nvPr/>
        </p:nvSpPr>
        <p:spPr bwMode="auto">
          <a:xfrm>
            <a:off x="8591363" y="4641924"/>
            <a:ext cx="2139695" cy="1108635"/>
          </a:xfrm>
          <a:prstGeom prst="rect">
            <a:avLst/>
          </a:prstGeom>
        </p:spPr>
        <p:txBody>
          <a:bodyPr vert="horz" lIns="91440" tIns="45720" rIns="91440" bIns="45720" rtlCol="0">
            <a:normAutofit/>
          </a:bodyPr>
          <a:lstStyle>
            <a:lvl1pPr marL="0" indent="0" algn="ctr" defTabSz="457200" rtl="0">
              <a:spcBef>
                <a:spcPts val="1000"/>
              </a:spcBef>
              <a:spcAft>
                <a:spcPts val="0"/>
              </a:spcAft>
              <a:buClr>
                <a:schemeClr val="accent1"/>
              </a:buClr>
              <a:buSzPct val="80000"/>
              <a:buFont typeface="Wingdings 3"/>
              <a:buNone/>
              <a:defRPr lang="en-US" sz="1600">
                <a:solidFill>
                  <a:schemeClr val="tx1"/>
                </a:solidFill>
                <a:latin typeface="+mn-lt"/>
                <a:ea typeface="+mn-ea"/>
                <a:cs typeface="+mn-cs"/>
              </a:defRPr>
            </a:lvl1pPr>
            <a:lvl2pPr marL="742950" indent="-285750" algn="l" defTabSz="457200" rtl="0">
              <a:spcBef>
                <a:spcPts val="1000"/>
              </a:spcBef>
              <a:spcAft>
                <a:spcPts val="0"/>
              </a:spcAft>
              <a:buClr>
                <a:schemeClr val="accent1"/>
              </a:buClr>
              <a:buSzPct val="80000"/>
              <a:buFont typeface="Wingdings 3"/>
              <a:buChar char=""/>
              <a:defRPr sz="1600">
                <a:solidFill>
                  <a:schemeClr val="tx1">
                    <a:lumMod val="75000"/>
                    <a:lumOff val="25000"/>
                  </a:schemeClr>
                </a:solidFill>
                <a:latin typeface="+mn-lt"/>
                <a:ea typeface="+mn-ea"/>
                <a:cs typeface="+mn-cs"/>
              </a:defRPr>
            </a:lvl2pPr>
            <a:lvl3pPr marL="1143000" indent="-228600" algn="l" defTabSz="457200" rtl="0">
              <a:spcBef>
                <a:spcPts val="1000"/>
              </a:spcBef>
              <a:spcAft>
                <a:spcPts val="0"/>
              </a:spcAft>
              <a:buClr>
                <a:schemeClr val="accent1"/>
              </a:buClr>
              <a:buSzPct val="80000"/>
              <a:buFont typeface="Wingdings 3"/>
              <a:buChar char=""/>
              <a:defRPr sz="1400">
                <a:solidFill>
                  <a:schemeClr val="tx1">
                    <a:lumMod val="75000"/>
                    <a:lumOff val="25000"/>
                  </a:schemeClr>
                </a:solidFill>
                <a:latin typeface="+mn-lt"/>
                <a:ea typeface="+mn-ea"/>
                <a:cs typeface="+mn-cs"/>
              </a:defRPr>
            </a:lvl3pPr>
            <a:lvl4pPr marL="1600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4pPr>
            <a:lvl5pPr marL="20574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5pPr>
            <a:lvl6pPr marL="25146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6pPr>
            <a:lvl7pPr marL="29718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7pPr>
            <a:lvl8pPr marL="34290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8pPr>
            <a:lvl9pPr marL="3886200" indent="-228600" algn="l" defTabSz="457200" rtl="0">
              <a:spcBef>
                <a:spcPts val="1000"/>
              </a:spcBef>
              <a:spcAft>
                <a:spcPts val="0"/>
              </a:spcAft>
              <a:buClr>
                <a:schemeClr val="accent1"/>
              </a:buClr>
              <a:buSzPct val="80000"/>
              <a:buFont typeface="Wingdings 3"/>
              <a:buChar char=""/>
              <a:defRPr sz="1200">
                <a:solidFill>
                  <a:schemeClr val="tx1">
                    <a:lumMod val="75000"/>
                    <a:lumOff val="25000"/>
                  </a:schemeClr>
                </a:solidFill>
                <a:latin typeface="+mn-lt"/>
                <a:ea typeface="+mn-ea"/>
                <a:cs typeface="+mn-cs"/>
              </a:defRPr>
            </a:lvl9pPr>
          </a:lstStyle>
          <a:p>
            <a:pPr>
              <a:defRPr/>
            </a:pPr>
            <a:r>
              <a:rPr lang="en-GB"/>
              <a:t>.</a:t>
            </a:r>
            <a:endParaRPr/>
          </a:p>
        </p:txBody>
      </p:sp>
      <p:pic>
        <p:nvPicPr>
          <p:cNvPr id="180148216" name="Picture 14"/>
          <p:cNvPicPr>
            <a:picLocks noChangeAspect="1"/>
          </p:cNvPicPr>
          <p:nvPr/>
        </p:nvPicPr>
        <p:blipFill>
          <a:blip r:embed="rId3"/>
          <a:srcRect l="0" t="96181" r="0" b="0"/>
          <a:stretch/>
        </p:blipFill>
        <p:spPr bwMode="auto">
          <a:xfrm>
            <a:off x="675957" y="6471919"/>
            <a:ext cx="2143125" cy="1930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25778252"/>
                                        </p:tgtEl>
                                        <p:attrNameLst>
                                          <p:attrName>style.visibility</p:attrName>
                                        </p:attrNameLst>
                                      </p:cBhvr>
                                      <p:to>
                                        <p:strVal val="visible"/>
                                      </p:to>
                                    </p:set>
                                    <p:anim calcmode="lin" valueType="num">
                                      <p:cBhvr>
                                        <p:cTn id="7" dur="500" fill="hold"/>
                                        <p:tgtEl>
                                          <p:spTgt spid="825778252"/>
                                        </p:tgtEl>
                                        <p:attrNameLst>
                                          <p:attrName>ppt_w</p:attrName>
                                        </p:attrNameLst>
                                      </p:cBhvr>
                                      <p:tavLst>
                                        <p:tav tm="0">
                                          <p:val>
                                            <p:fltVal val="0"/>
                                          </p:val>
                                        </p:tav>
                                        <p:tav tm="100000">
                                          <p:val>
                                            <p:strVal val="#ppt_w"/>
                                          </p:val>
                                        </p:tav>
                                      </p:tavLst>
                                    </p:anim>
                                    <p:anim calcmode="lin" valueType="num">
                                      <p:cBhvr>
                                        <p:cTn id="8" dur="500" fill="hold"/>
                                        <p:tgtEl>
                                          <p:spTgt spid="825778252"/>
                                        </p:tgtEl>
                                        <p:attrNameLst>
                                          <p:attrName>ppt_h</p:attrName>
                                        </p:attrNameLst>
                                      </p:cBhvr>
                                      <p:tavLst>
                                        <p:tav tm="0">
                                          <p:val>
                                            <p:fltVal val="0"/>
                                          </p:val>
                                        </p:tav>
                                        <p:tav tm="100000">
                                          <p:val>
                                            <p:strVal val="#ppt_h"/>
                                          </p:val>
                                        </p:tav>
                                      </p:tavLst>
                                    </p:anim>
                                    <p:animEffect transition="in" filter="fade">
                                      <p:cBhvr>
                                        <p:cTn id="9" dur="500"/>
                                        <p:tgtEl>
                                          <p:spTgt spid="825778252"/>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674341222"/>
                                        </p:tgtEl>
                                        <p:attrNameLst>
                                          <p:attrName>style.visibility</p:attrName>
                                        </p:attrNameLst>
                                      </p:cBhvr>
                                      <p:to>
                                        <p:strVal val="visible"/>
                                      </p:to>
                                    </p:set>
                                    <p:anim calcmode="lin" valueType="num">
                                      <p:cBhvr additive="base">
                                        <p:cTn id="14" dur="500"/>
                                        <p:tgtEl>
                                          <p:spTgt spid="674341222"/>
                                        </p:tgtEl>
                                        <p:attrNameLst>
                                          <p:attrName>ppt_y</p:attrName>
                                        </p:attrNameLst>
                                      </p:cBhvr>
                                      <p:tavLst>
                                        <p:tav tm="0">
                                          <p:val>
                                            <p:strVal val="#ppt_y+#ppt_h*1.125000"/>
                                          </p:val>
                                        </p:tav>
                                        <p:tav tm="100000">
                                          <p:val>
                                            <p:strVal val="#ppt_y"/>
                                          </p:val>
                                        </p:tav>
                                      </p:tavLst>
                                    </p:anim>
                                    <p:animEffect transition="in" filter="wipe(up)">
                                      <p:cBhvr>
                                        <p:cTn id="15" dur="500"/>
                                        <p:tgtEl>
                                          <p:spTgt spid="674341222"/>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195805585">
                                            <p:txEl>
                                              <p:pRg st="0" end="0"/>
                                            </p:txEl>
                                          </p:spTgt>
                                        </p:tgtEl>
                                        <p:attrNameLst>
                                          <p:attrName>style.visibility</p:attrName>
                                        </p:attrNameLst>
                                      </p:cBhvr>
                                      <p:to>
                                        <p:strVal val="visible"/>
                                      </p:to>
                                    </p:set>
                                    <p:anim calcmode="lin" valueType="num">
                                      <p:cBhvr additive="base">
                                        <p:cTn id="20" dur="500"/>
                                        <p:tgtEl>
                                          <p:spTgt spid="1195805585">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119580558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35837386"/>
                                        </p:tgtEl>
                                        <p:attrNameLst>
                                          <p:attrName>style.visibility</p:attrName>
                                        </p:attrNameLst>
                                      </p:cBhvr>
                                      <p:to>
                                        <p:strVal val="visible"/>
                                      </p:to>
                                    </p:set>
                                    <p:anim calcmode="lin" valueType="num">
                                      <p:cBhvr additive="base">
                                        <p:cTn id="26" dur="500"/>
                                        <p:tgtEl>
                                          <p:spTgt spid="2035837386"/>
                                        </p:tgtEl>
                                        <p:attrNameLst>
                                          <p:attrName>ppt_y</p:attrName>
                                        </p:attrNameLst>
                                      </p:cBhvr>
                                      <p:tavLst>
                                        <p:tav tm="0">
                                          <p:val>
                                            <p:strVal val="#ppt_y+#ppt_h*1.125000"/>
                                          </p:val>
                                        </p:tav>
                                        <p:tav tm="100000">
                                          <p:val>
                                            <p:strVal val="#ppt_y"/>
                                          </p:val>
                                        </p:tav>
                                      </p:tavLst>
                                    </p:anim>
                                    <p:animEffect transition="in" filter="wipe(up)">
                                      <p:cBhvr>
                                        <p:cTn id="27" dur="500"/>
                                        <p:tgtEl>
                                          <p:spTgt spid="2035837386"/>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602113095"/>
                                        </p:tgtEl>
                                        <p:attrNameLst>
                                          <p:attrName>style.visibility</p:attrName>
                                        </p:attrNameLst>
                                      </p:cBhvr>
                                      <p:to>
                                        <p:strVal val="visible"/>
                                      </p:to>
                                    </p:set>
                                    <p:anim calcmode="lin" valueType="num">
                                      <p:cBhvr additive="base">
                                        <p:cTn id="32" dur="500"/>
                                        <p:tgtEl>
                                          <p:spTgt spid="602113095"/>
                                        </p:tgtEl>
                                        <p:attrNameLst>
                                          <p:attrName>ppt_y</p:attrName>
                                        </p:attrNameLst>
                                      </p:cBhvr>
                                      <p:tavLst>
                                        <p:tav tm="0">
                                          <p:val>
                                            <p:strVal val="#ppt_y+#ppt_h*1.125000"/>
                                          </p:val>
                                        </p:tav>
                                        <p:tav tm="100000">
                                          <p:val>
                                            <p:strVal val="#ppt_y"/>
                                          </p:val>
                                        </p:tav>
                                      </p:tavLst>
                                    </p:anim>
                                    <p:animEffect transition="in" filter="wipe(up)">
                                      <p:cBhvr>
                                        <p:cTn id="33" dur="500"/>
                                        <p:tgtEl>
                                          <p:spTgt spid="602113095"/>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1647351190"/>
                                        </p:tgtEl>
                                        <p:attrNameLst>
                                          <p:attrName>style.visibility</p:attrName>
                                        </p:attrNameLst>
                                      </p:cBhvr>
                                      <p:to>
                                        <p:strVal val="visible"/>
                                      </p:to>
                                    </p:set>
                                    <p:anim calcmode="lin" valueType="num">
                                      <p:cBhvr additive="base">
                                        <p:cTn id="38" dur="500"/>
                                        <p:tgtEl>
                                          <p:spTgt spid="1647351190"/>
                                        </p:tgtEl>
                                        <p:attrNameLst>
                                          <p:attrName>ppt_y</p:attrName>
                                        </p:attrNameLst>
                                      </p:cBhvr>
                                      <p:tavLst>
                                        <p:tav tm="0">
                                          <p:val>
                                            <p:strVal val="#ppt_y+#ppt_h*1.125000"/>
                                          </p:val>
                                        </p:tav>
                                        <p:tav tm="100000">
                                          <p:val>
                                            <p:strVal val="#ppt_y"/>
                                          </p:val>
                                        </p:tav>
                                      </p:tavLst>
                                    </p:anim>
                                    <p:animEffect transition="in" filter="wipe(up)">
                                      <p:cBhvr>
                                        <p:cTn id="39" dur="500"/>
                                        <p:tgtEl>
                                          <p:spTgt spid="1647351190"/>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1884062215"/>
                                        </p:tgtEl>
                                        <p:attrNameLst>
                                          <p:attrName>style.visibility</p:attrName>
                                        </p:attrNameLst>
                                      </p:cBhvr>
                                      <p:to>
                                        <p:strVal val="visible"/>
                                      </p:to>
                                    </p:set>
                                    <p:anim calcmode="lin" valueType="num">
                                      <p:cBhvr additive="base">
                                        <p:cTn id="44" dur="500"/>
                                        <p:tgtEl>
                                          <p:spTgt spid="1884062215"/>
                                        </p:tgtEl>
                                        <p:attrNameLst>
                                          <p:attrName>ppt_y</p:attrName>
                                        </p:attrNameLst>
                                      </p:cBhvr>
                                      <p:tavLst>
                                        <p:tav tm="0">
                                          <p:val>
                                            <p:strVal val="#ppt_y+#ppt_h*1.125000"/>
                                          </p:val>
                                        </p:tav>
                                        <p:tav tm="100000">
                                          <p:val>
                                            <p:strVal val="#ppt_y"/>
                                          </p:val>
                                        </p:tav>
                                      </p:tavLst>
                                    </p:anim>
                                    <p:animEffect transition="in" filter="wipe(up)">
                                      <p:cBhvr>
                                        <p:cTn id="45" dur="500"/>
                                        <p:tgtEl>
                                          <p:spTgt spid="1884062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778252" grpId="0"/>
      <p:bldP spid="1195805585" grpId="0" build="p"/>
      <p:bldP spid="674341222" grpId="0"/>
      <p:bldP spid="2035837386" grpId="0"/>
      <p:bldP spid="1647351190" grpId="0"/>
      <p:bldP spid="602113095" grpId="0"/>
      <p:bldP spid="1884062215" grpId="0"/>
    </p:bld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Arial"/>
        <a:cs typeface="Arial"/>
      </a:majorFont>
      <a:minorFont>
        <a:latin typeface="Trebuchet MS"/>
        <a:ea typeface="Arial"/>
        <a:cs typeface="Arial"/>
      </a:minorFont>
    </a:fontScheme>
    <a:fmtScheme name="Facet">
      <a:fillStyleLst>
        <a:solidFill>
          <a:schemeClr val="phClr"/>
        </a:solidFill>
        <a:gradFill>
          <a:gsLst>
            <a:gs pos="0">
              <a:schemeClr val="phClr">
                <a:tint val="65000"/>
                <a:lumMod val="110000"/>
              </a:schemeClr>
            </a:gs>
            <a:gs pos="88000">
              <a:schemeClr val="phClr">
                <a:tint val="90000"/>
              </a:schemeClr>
            </a:gs>
          </a:gsLst>
          <a:lin ang="5400000" scaled="0"/>
        </a:gradFill>
        <a:gradFill>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gradFill>
        <a:gradFill>
          <a:gsLst>
            <a:gs pos="0">
              <a:schemeClr val="phClr">
                <a:tint val="90000"/>
                <a:lumMod val="110000"/>
              </a:schemeClr>
            </a:gs>
            <a:gs pos="100000">
              <a:schemeClr val="phClr">
                <a:shade val="94000"/>
                <a:lumMod val="96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 ds:uri="http://www.w3.org/2001/XMLSchema-instance"/>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0</Words>
  <Application>ONLYOFFICE/9.0.4.50</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
  <cp:revision>98</cp:revision>
  <dcterms:created xsi:type="dcterms:W3CDTF">2021-07-11T13:13:15Z</dcterms:created>
  <dcterms:modified xsi:type="dcterms:W3CDTF">2026-09-07T17:19:02Z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